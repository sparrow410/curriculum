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 id="2147483648" r:id="rId2"/>
  </p:sldMasterIdLst>
  <p:sldIdLst>
    <p:sldId id="256" r:id="rId3"/>
    <p:sldId id="275" r:id="rId4"/>
    <p:sldId id="280" r:id="rId5"/>
    <p:sldId id="281" r:id="rId6"/>
    <p:sldId id="282" r:id="rId7"/>
    <p:sldId id="283" r:id="rId8"/>
    <p:sldId id="257" r:id="rId9"/>
    <p:sldId id="258" r:id="rId10"/>
    <p:sldId id="259" r:id="rId11"/>
    <p:sldId id="261" r:id="rId12"/>
    <p:sldId id="263" r:id="rId13"/>
    <p:sldId id="264" r:id="rId14"/>
    <p:sldId id="262" r:id="rId15"/>
    <p:sldId id="266" r:id="rId16"/>
    <p:sldId id="267" r:id="rId17"/>
    <p:sldId id="268" r:id="rId18"/>
    <p:sldId id="270" r:id="rId19"/>
    <p:sldId id="271" r:id="rId20"/>
    <p:sldId id="272" r:id="rId21"/>
    <p:sldId id="273" r:id="rId22"/>
    <p:sldId id="274" r:id="rId23"/>
    <p:sldId id="260"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C09EC1-FF5B-4D6B-8484-56CAE63C446C}" v="443" dt="2023-05-01T09:15:48.531"/>
    <p1510:client id="{7C36AC66-24B6-428F-96E5-E10BE9667E44}" v="7" dt="2023-05-02T02:42:01.482"/>
    <p1510:client id="{8B957867-C17D-4F71-9A0F-92D8DD4F068B}" v="221" dt="2023-05-01T09:52:26.919"/>
    <p1510:client id="{D5BCA8AC-EDAF-4B7E-8C5D-3DB63AF80CF4}" v="312" dt="2023-05-01T10:21:48.2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ul maheshwari" userId="12cb43e2ca5f0d2c" providerId="Windows Live" clId="Web-{7C36AC66-24B6-428F-96E5-E10BE9667E44}"/>
    <pc:docChg chg="modSld">
      <pc:chgData name="mukul maheshwari" userId="12cb43e2ca5f0d2c" providerId="Windows Live" clId="Web-{7C36AC66-24B6-428F-96E5-E10BE9667E44}" dt="2023-05-02T02:42:01.482" v="5" actId="20577"/>
      <pc:docMkLst>
        <pc:docMk/>
      </pc:docMkLst>
      <pc:sldChg chg="modSp">
        <pc:chgData name="mukul maheshwari" userId="12cb43e2ca5f0d2c" providerId="Windows Live" clId="Web-{7C36AC66-24B6-428F-96E5-E10BE9667E44}" dt="2023-05-02T02:41:33.747" v="3" actId="20577"/>
        <pc:sldMkLst>
          <pc:docMk/>
          <pc:sldMk cId="2199757250" sldId="280"/>
        </pc:sldMkLst>
        <pc:spChg chg="mod">
          <ac:chgData name="mukul maheshwari" userId="12cb43e2ca5f0d2c" providerId="Windows Live" clId="Web-{7C36AC66-24B6-428F-96E5-E10BE9667E44}" dt="2023-05-02T02:41:33.747" v="3" actId="20577"/>
          <ac:spMkLst>
            <pc:docMk/>
            <pc:sldMk cId="2199757250" sldId="280"/>
            <ac:spMk id="5" creationId="{00000000-0000-0000-0000-000000000000}"/>
          </ac:spMkLst>
        </pc:spChg>
      </pc:sldChg>
      <pc:sldChg chg="modSp">
        <pc:chgData name="mukul maheshwari" userId="12cb43e2ca5f0d2c" providerId="Windows Live" clId="Web-{7C36AC66-24B6-428F-96E5-E10BE9667E44}" dt="2023-05-02T02:42:01.482" v="5" actId="20577"/>
        <pc:sldMkLst>
          <pc:docMk/>
          <pc:sldMk cId="2112328617" sldId="281"/>
        </pc:sldMkLst>
        <pc:spChg chg="mod">
          <ac:chgData name="mukul maheshwari" userId="12cb43e2ca5f0d2c" providerId="Windows Live" clId="Web-{7C36AC66-24B6-428F-96E5-E10BE9667E44}" dt="2023-05-02T02:42:01.482" v="5" actId="20577"/>
          <ac:spMkLst>
            <pc:docMk/>
            <pc:sldMk cId="2112328617" sldId="281"/>
            <ac:spMk id="5" creationId="{00000000-0000-0000-0000-000000000000}"/>
          </ac:spMkLst>
        </pc:spChg>
      </pc:sldChg>
    </pc:docChg>
  </pc:docChgLst>
  <pc:docChgLst>
    <pc:chgData clId="Web-{00C09EC1-FF5B-4D6B-8484-56CAE63C446C}"/>
    <pc:docChg chg="modSld">
      <pc:chgData name="" userId="" providerId="" clId="Web-{00C09EC1-FF5B-4D6B-8484-56CAE63C446C}" dt="2023-05-01T08:22:48.531" v="9" actId="20577"/>
      <pc:docMkLst>
        <pc:docMk/>
      </pc:docMkLst>
      <pc:sldChg chg="modSp">
        <pc:chgData name="" userId="" providerId="" clId="Web-{00C09EC1-FF5B-4D6B-8484-56CAE63C446C}" dt="2023-05-01T08:22:48.531" v="9" actId="20577"/>
        <pc:sldMkLst>
          <pc:docMk/>
          <pc:sldMk cId="109857222" sldId="256"/>
        </pc:sldMkLst>
        <pc:spChg chg="mod">
          <ac:chgData name="" userId="" providerId="" clId="Web-{00C09EC1-FF5B-4D6B-8484-56CAE63C446C}" dt="2023-05-01T08:22:48.531" v="9" actId="20577"/>
          <ac:spMkLst>
            <pc:docMk/>
            <pc:sldMk cId="109857222" sldId="256"/>
            <ac:spMk id="2" creationId="{00000000-0000-0000-0000-000000000000}"/>
          </ac:spMkLst>
        </pc:spChg>
      </pc:sldChg>
    </pc:docChg>
  </pc:docChgLst>
  <pc:docChgLst>
    <pc:chgData name="mukul maheshwari" userId="12cb43e2ca5f0d2c" providerId="Windows Live" clId="Web-{00C09EC1-FF5B-4D6B-8484-56CAE63C446C}"/>
    <pc:docChg chg="addSld delSld modSld addMainMaster delMainMaster modMainMaster">
      <pc:chgData name="mukul maheshwari" userId="12cb43e2ca5f0d2c" providerId="Windows Live" clId="Web-{00C09EC1-FF5B-4D6B-8484-56CAE63C446C}" dt="2023-05-01T09:15:48.531" v="414" actId="20577"/>
      <pc:docMkLst>
        <pc:docMk/>
      </pc:docMkLst>
      <pc:sldChg chg="addSp modSp mod setBg modClrScheme chgLayout">
        <pc:chgData name="mukul maheshwari" userId="12cb43e2ca5f0d2c" providerId="Windows Live" clId="Web-{00C09EC1-FF5B-4D6B-8484-56CAE63C446C}" dt="2023-05-01T08:25:16.381" v="6"/>
        <pc:sldMkLst>
          <pc:docMk/>
          <pc:sldMk cId="109857222" sldId="256"/>
        </pc:sldMkLst>
        <pc:spChg chg="mod">
          <ac:chgData name="mukul maheshwari" userId="12cb43e2ca5f0d2c" providerId="Windows Live" clId="Web-{00C09EC1-FF5B-4D6B-8484-56CAE63C446C}" dt="2023-05-01T08:25:07.630" v="5" actId="20577"/>
          <ac:spMkLst>
            <pc:docMk/>
            <pc:sldMk cId="109857222" sldId="256"/>
            <ac:spMk id="2" creationId="{00000000-0000-0000-0000-000000000000}"/>
          </ac:spMkLst>
        </pc:spChg>
        <pc:spChg chg="mod">
          <ac:chgData name="mukul maheshwari" userId="12cb43e2ca5f0d2c" providerId="Windows Live" clId="Web-{00C09EC1-FF5B-4D6B-8484-56CAE63C446C}" dt="2023-05-01T08:24:33.754" v="4"/>
          <ac:spMkLst>
            <pc:docMk/>
            <pc:sldMk cId="109857222" sldId="256"/>
            <ac:spMk id="3" creationId="{00000000-0000-0000-0000-000000000000}"/>
          </ac:spMkLst>
        </pc:spChg>
        <pc:spChg chg="add mod">
          <ac:chgData name="mukul maheshwari" userId="12cb43e2ca5f0d2c" providerId="Windows Live" clId="Web-{00C09EC1-FF5B-4D6B-8484-56CAE63C446C}" dt="2023-05-01T08:25:16.381" v="6"/>
          <ac:spMkLst>
            <pc:docMk/>
            <pc:sldMk cId="109857222" sldId="256"/>
            <ac:spMk id="5" creationId="{1785FA90-A148-0443-F954-8A1BA301BE96}"/>
          </ac:spMkLst>
        </pc:spChg>
        <pc:spChg chg="add">
          <ac:chgData name="mukul maheshwari" userId="12cb43e2ca5f0d2c" providerId="Windows Live" clId="Web-{00C09EC1-FF5B-4D6B-8484-56CAE63C446C}" dt="2023-05-01T08:24:33.754" v="4"/>
          <ac:spMkLst>
            <pc:docMk/>
            <pc:sldMk cId="109857222" sldId="256"/>
            <ac:spMk id="9" creationId="{1E644DE9-8D09-43E2-BA69-F57482CFC93A}"/>
          </ac:spMkLst>
        </pc:spChg>
        <pc:spChg chg="add">
          <ac:chgData name="mukul maheshwari" userId="12cb43e2ca5f0d2c" providerId="Windows Live" clId="Web-{00C09EC1-FF5B-4D6B-8484-56CAE63C446C}" dt="2023-05-01T08:24:33.754" v="4"/>
          <ac:spMkLst>
            <pc:docMk/>
            <pc:sldMk cId="109857222" sldId="256"/>
            <ac:spMk id="11" creationId="{6C23C919-B32E-40FF-B3D8-631316E84E3E}"/>
          </ac:spMkLst>
        </pc:spChg>
        <pc:spChg chg="add">
          <ac:chgData name="mukul maheshwari" userId="12cb43e2ca5f0d2c" providerId="Windows Live" clId="Web-{00C09EC1-FF5B-4D6B-8484-56CAE63C446C}" dt="2023-05-01T08:24:33.754" v="4"/>
          <ac:spMkLst>
            <pc:docMk/>
            <pc:sldMk cId="109857222" sldId="256"/>
            <ac:spMk id="13" creationId="{61B17B84-F8A7-4053-9C9D-91E3CA7FFEFA}"/>
          </ac:spMkLst>
        </pc:spChg>
        <pc:picChg chg="add">
          <ac:chgData name="mukul maheshwari" userId="12cb43e2ca5f0d2c" providerId="Windows Live" clId="Web-{00C09EC1-FF5B-4D6B-8484-56CAE63C446C}" dt="2023-05-01T08:24:33.754" v="4"/>
          <ac:picMkLst>
            <pc:docMk/>
            <pc:sldMk cId="109857222" sldId="256"/>
            <ac:picMk id="4" creationId="{B0236AD8-3145-0401-88E1-DE8BDC281EB8}"/>
          </ac:picMkLst>
        </pc:picChg>
      </pc:sldChg>
      <pc:sldChg chg="addSp delSp modSp new">
        <pc:chgData name="mukul maheshwari" userId="12cb43e2ca5f0d2c" providerId="Windows Live" clId="Web-{00C09EC1-FF5B-4D6B-8484-56CAE63C446C}" dt="2023-05-01T08:29:03.218" v="16" actId="1076"/>
        <pc:sldMkLst>
          <pc:docMk/>
          <pc:sldMk cId="3266731589" sldId="257"/>
        </pc:sldMkLst>
        <pc:spChg chg="del">
          <ac:chgData name="mukul maheshwari" userId="12cb43e2ca5f0d2c" providerId="Windows Live" clId="Web-{00C09EC1-FF5B-4D6B-8484-56CAE63C446C}" dt="2023-05-01T08:28:53.764" v="13"/>
          <ac:spMkLst>
            <pc:docMk/>
            <pc:sldMk cId="3266731589" sldId="257"/>
            <ac:spMk id="2" creationId="{E6B19490-F095-5FC1-CC48-5F8B537BD699}"/>
          </ac:spMkLst>
        </pc:spChg>
        <pc:spChg chg="del">
          <ac:chgData name="mukul maheshwari" userId="12cb43e2ca5f0d2c" providerId="Windows Live" clId="Web-{00C09EC1-FF5B-4D6B-8484-56CAE63C446C}" dt="2023-05-01T08:28:30.998" v="9"/>
          <ac:spMkLst>
            <pc:docMk/>
            <pc:sldMk cId="3266731589" sldId="257"/>
            <ac:spMk id="3" creationId="{48549948-5CCE-0BE9-12BE-53E1B3212290}"/>
          </ac:spMkLst>
        </pc:spChg>
        <pc:picChg chg="add mod ord">
          <ac:chgData name="mukul maheshwari" userId="12cb43e2ca5f0d2c" providerId="Windows Live" clId="Web-{00C09EC1-FF5B-4D6B-8484-56CAE63C446C}" dt="2023-05-01T08:29:03.218" v="16" actId="1076"/>
          <ac:picMkLst>
            <pc:docMk/>
            <pc:sldMk cId="3266731589" sldId="257"/>
            <ac:picMk id="5" creationId="{DA7C38FD-9EAB-9A36-516D-F03682249D37}"/>
          </ac:picMkLst>
        </pc:picChg>
      </pc:sldChg>
      <pc:sldChg chg="addSp modSp new mod setBg">
        <pc:chgData name="mukul maheshwari" userId="12cb43e2ca5f0d2c" providerId="Windows Live" clId="Web-{00C09EC1-FF5B-4D6B-8484-56CAE63C446C}" dt="2023-05-01T08:37:45.660" v="82" actId="20577"/>
        <pc:sldMkLst>
          <pc:docMk/>
          <pc:sldMk cId="1358429868" sldId="258"/>
        </pc:sldMkLst>
        <pc:spChg chg="mod">
          <ac:chgData name="mukul maheshwari" userId="12cb43e2ca5f0d2c" providerId="Windows Live" clId="Web-{00C09EC1-FF5B-4D6B-8484-56CAE63C446C}" dt="2023-05-01T08:32:37.304" v="34" actId="20577"/>
          <ac:spMkLst>
            <pc:docMk/>
            <pc:sldMk cId="1358429868" sldId="258"/>
            <ac:spMk id="2" creationId="{975D9D2C-E360-1407-9827-D62F3CEDE6AA}"/>
          </ac:spMkLst>
        </pc:spChg>
        <pc:spChg chg="mod">
          <ac:chgData name="mukul maheshwari" userId="12cb43e2ca5f0d2c" providerId="Windows Live" clId="Web-{00C09EC1-FF5B-4D6B-8484-56CAE63C446C}" dt="2023-05-01T08:37:45.660" v="82" actId="20577"/>
          <ac:spMkLst>
            <pc:docMk/>
            <pc:sldMk cId="1358429868" sldId="258"/>
            <ac:spMk id="3" creationId="{2E3D5C1C-3A37-1C6B-0757-2BC53C229773}"/>
          </ac:spMkLst>
        </pc:spChg>
        <pc:spChg chg="mod">
          <ac:chgData name="mukul maheshwari" userId="12cb43e2ca5f0d2c" providerId="Windows Live" clId="Web-{00C09EC1-FF5B-4D6B-8484-56CAE63C446C}" dt="2023-05-01T08:31:24.270" v="18"/>
          <ac:spMkLst>
            <pc:docMk/>
            <pc:sldMk cId="1358429868" sldId="258"/>
            <ac:spMk id="4" creationId="{1E0FE60B-A576-503A-63EB-96D13270244F}"/>
          </ac:spMkLst>
        </pc:spChg>
        <pc:spChg chg="add">
          <ac:chgData name="mukul maheshwari" userId="12cb43e2ca5f0d2c" providerId="Windows Live" clId="Web-{00C09EC1-FF5B-4D6B-8484-56CAE63C446C}" dt="2023-05-01T08:31:24.270" v="18"/>
          <ac:spMkLst>
            <pc:docMk/>
            <pc:sldMk cId="1358429868" sldId="258"/>
            <ac:spMk id="9" creationId="{8651CFA9-6065-4243-AC48-858E359780B1}"/>
          </ac:spMkLst>
        </pc:spChg>
        <pc:spChg chg="add">
          <ac:chgData name="mukul maheshwari" userId="12cb43e2ca5f0d2c" providerId="Windows Live" clId="Web-{00C09EC1-FF5B-4D6B-8484-56CAE63C446C}" dt="2023-05-01T08:31:24.270" v="18"/>
          <ac:spMkLst>
            <pc:docMk/>
            <pc:sldMk cId="1358429868" sldId="258"/>
            <ac:spMk id="11" creationId="{37962AE0-6A1C-4B76-9D52-10E5E6D7D3BB}"/>
          </ac:spMkLst>
        </pc:spChg>
        <pc:picChg chg="add">
          <ac:chgData name="mukul maheshwari" userId="12cb43e2ca5f0d2c" providerId="Windows Live" clId="Web-{00C09EC1-FF5B-4D6B-8484-56CAE63C446C}" dt="2023-05-01T08:31:24.270" v="18"/>
          <ac:picMkLst>
            <pc:docMk/>
            <pc:sldMk cId="1358429868" sldId="258"/>
            <ac:picMk id="13" creationId="{A72D06A1-BA08-4820-BBC8-B24DDB32A376}"/>
          </ac:picMkLst>
        </pc:picChg>
        <pc:picChg chg="add">
          <ac:chgData name="mukul maheshwari" userId="12cb43e2ca5f0d2c" providerId="Windows Live" clId="Web-{00C09EC1-FF5B-4D6B-8484-56CAE63C446C}" dt="2023-05-01T08:31:24.270" v="18"/>
          <ac:picMkLst>
            <pc:docMk/>
            <pc:sldMk cId="1358429868" sldId="258"/>
            <ac:picMk id="15" creationId="{1295E665-0408-4072-94B3-49BA5ACBCBD3}"/>
          </ac:picMkLst>
        </pc:picChg>
      </pc:sldChg>
      <pc:sldChg chg="addSp modSp new mod setBg">
        <pc:chgData name="mukul maheshwari" userId="12cb43e2ca5f0d2c" providerId="Windows Live" clId="Web-{00C09EC1-FF5B-4D6B-8484-56CAE63C446C}" dt="2023-05-01T08:39:08.242" v="106" actId="14100"/>
        <pc:sldMkLst>
          <pc:docMk/>
          <pc:sldMk cId="1757916277" sldId="259"/>
        </pc:sldMkLst>
        <pc:spChg chg="mod">
          <ac:chgData name="mukul maheshwari" userId="12cb43e2ca5f0d2c" providerId="Windows Live" clId="Web-{00C09EC1-FF5B-4D6B-8484-56CAE63C446C}" dt="2023-05-01T08:37:57.005" v="87" actId="20577"/>
          <ac:spMkLst>
            <pc:docMk/>
            <pc:sldMk cId="1757916277" sldId="259"/>
            <ac:spMk id="2" creationId="{C0E24C61-2B26-9A88-3CD7-F255D4FE34C7}"/>
          </ac:spMkLst>
        </pc:spChg>
        <pc:spChg chg="mod">
          <ac:chgData name="mukul maheshwari" userId="12cb43e2ca5f0d2c" providerId="Windows Live" clId="Web-{00C09EC1-FF5B-4D6B-8484-56CAE63C446C}" dt="2023-05-01T08:39:08.242" v="106" actId="14100"/>
          <ac:spMkLst>
            <pc:docMk/>
            <pc:sldMk cId="1757916277" sldId="259"/>
            <ac:spMk id="3" creationId="{C5F2372E-8A92-D2EC-CDA6-6D5E61415D4D}"/>
          </ac:spMkLst>
        </pc:spChg>
        <pc:spChg chg="mod">
          <ac:chgData name="mukul maheshwari" userId="12cb43e2ca5f0d2c" providerId="Windows Live" clId="Web-{00C09EC1-FF5B-4D6B-8484-56CAE63C446C}" dt="2023-05-01T08:36:27.532" v="67"/>
          <ac:spMkLst>
            <pc:docMk/>
            <pc:sldMk cId="1757916277" sldId="259"/>
            <ac:spMk id="4" creationId="{F1A85D9A-0B89-4B2C-B79F-0F7D4478D005}"/>
          </ac:spMkLst>
        </pc:spChg>
        <pc:spChg chg="add">
          <ac:chgData name="mukul maheshwari" userId="12cb43e2ca5f0d2c" providerId="Windows Live" clId="Web-{00C09EC1-FF5B-4D6B-8484-56CAE63C446C}" dt="2023-05-01T08:36:27.532" v="67"/>
          <ac:spMkLst>
            <pc:docMk/>
            <pc:sldMk cId="1757916277" sldId="259"/>
            <ac:spMk id="9" creationId="{8651CFA9-6065-4243-AC48-858E359780B1}"/>
          </ac:spMkLst>
        </pc:spChg>
        <pc:spChg chg="add">
          <ac:chgData name="mukul maheshwari" userId="12cb43e2ca5f0d2c" providerId="Windows Live" clId="Web-{00C09EC1-FF5B-4D6B-8484-56CAE63C446C}" dt="2023-05-01T08:36:27.532" v="67"/>
          <ac:spMkLst>
            <pc:docMk/>
            <pc:sldMk cId="1757916277" sldId="259"/>
            <ac:spMk id="11" creationId="{37962AE0-6A1C-4B76-9D52-10E5E6D7D3BB}"/>
          </ac:spMkLst>
        </pc:spChg>
        <pc:picChg chg="add">
          <ac:chgData name="mukul maheshwari" userId="12cb43e2ca5f0d2c" providerId="Windows Live" clId="Web-{00C09EC1-FF5B-4D6B-8484-56CAE63C446C}" dt="2023-05-01T08:36:27.532" v="67"/>
          <ac:picMkLst>
            <pc:docMk/>
            <pc:sldMk cId="1757916277" sldId="259"/>
            <ac:picMk id="13" creationId="{A72D06A1-BA08-4820-BBC8-B24DDB32A376}"/>
          </ac:picMkLst>
        </pc:picChg>
        <pc:picChg chg="add">
          <ac:chgData name="mukul maheshwari" userId="12cb43e2ca5f0d2c" providerId="Windows Live" clId="Web-{00C09EC1-FF5B-4D6B-8484-56CAE63C446C}" dt="2023-05-01T08:36:27.532" v="67"/>
          <ac:picMkLst>
            <pc:docMk/>
            <pc:sldMk cId="1757916277" sldId="259"/>
            <ac:picMk id="15" creationId="{1295E665-0408-4072-94B3-49BA5ACBCBD3}"/>
          </ac:picMkLst>
        </pc:picChg>
      </pc:sldChg>
      <pc:sldChg chg="new">
        <pc:chgData name="mukul maheshwari" userId="12cb43e2ca5f0d2c" providerId="Windows Live" clId="Web-{00C09EC1-FF5B-4D6B-8484-56CAE63C446C}" dt="2023-05-01T08:39:17.117" v="107"/>
        <pc:sldMkLst>
          <pc:docMk/>
          <pc:sldMk cId="1653547992" sldId="260"/>
        </pc:sldMkLst>
      </pc:sldChg>
      <pc:sldChg chg="modSp add replId">
        <pc:chgData name="mukul maheshwari" userId="12cb43e2ca5f0d2c" providerId="Windows Live" clId="Web-{00C09EC1-FF5B-4D6B-8484-56CAE63C446C}" dt="2023-05-01T08:42:46.203" v="153"/>
        <pc:sldMkLst>
          <pc:docMk/>
          <pc:sldMk cId="1777485408" sldId="261"/>
        </pc:sldMkLst>
        <pc:spChg chg="mod">
          <ac:chgData name="mukul maheshwari" userId="12cb43e2ca5f0d2c" providerId="Windows Live" clId="Web-{00C09EC1-FF5B-4D6B-8484-56CAE63C446C}" dt="2023-05-01T08:40:07.807" v="113" actId="20577"/>
          <ac:spMkLst>
            <pc:docMk/>
            <pc:sldMk cId="1777485408" sldId="261"/>
            <ac:spMk id="2" creationId="{C0E24C61-2B26-9A88-3CD7-F255D4FE34C7}"/>
          </ac:spMkLst>
        </pc:spChg>
        <pc:spChg chg="mod">
          <ac:chgData name="mukul maheshwari" userId="12cb43e2ca5f0d2c" providerId="Windows Live" clId="Web-{00C09EC1-FF5B-4D6B-8484-56CAE63C446C}" dt="2023-05-01T08:42:46.203" v="153"/>
          <ac:spMkLst>
            <pc:docMk/>
            <pc:sldMk cId="1777485408" sldId="261"/>
            <ac:spMk id="3" creationId="{C5F2372E-8A92-D2EC-CDA6-6D5E61415D4D}"/>
          </ac:spMkLst>
        </pc:spChg>
      </pc:sldChg>
      <pc:sldChg chg="addSp delSp modSp add replId">
        <pc:chgData name="mukul maheshwari" userId="12cb43e2ca5f0d2c" providerId="Windows Live" clId="Web-{00C09EC1-FF5B-4D6B-8484-56CAE63C446C}" dt="2023-05-01T08:56:58.268" v="251"/>
        <pc:sldMkLst>
          <pc:docMk/>
          <pc:sldMk cId="2213956683" sldId="262"/>
        </pc:sldMkLst>
        <pc:spChg chg="mod">
          <ac:chgData name="mukul maheshwari" userId="12cb43e2ca5f0d2c" providerId="Windows Live" clId="Web-{00C09EC1-FF5B-4D6B-8484-56CAE63C446C}" dt="2023-05-01T08:54:25.543" v="232" actId="20577"/>
          <ac:spMkLst>
            <pc:docMk/>
            <pc:sldMk cId="2213956683" sldId="262"/>
            <ac:spMk id="2" creationId="{C0E24C61-2B26-9A88-3CD7-F255D4FE34C7}"/>
          </ac:spMkLst>
        </pc:spChg>
        <pc:spChg chg="mod">
          <ac:chgData name="mukul maheshwari" userId="12cb43e2ca5f0d2c" providerId="Windows Live" clId="Web-{00C09EC1-FF5B-4D6B-8484-56CAE63C446C}" dt="2023-05-01T08:56:58.268" v="251"/>
          <ac:spMkLst>
            <pc:docMk/>
            <pc:sldMk cId="2213956683" sldId="262"/>
            <ac:spMk id="3" creationId="{C5F2372E-8A92-D2EC-CDA6-6D5E61415D4D}"/>
          </ac:spMkLst>
        </pc:spChg>
        <pc:spChg chg="add del">
          <ac:chgData name="mukul maheshwari" userId="12cb43e2ca5f0d2c" providerId="Windows Live" clId="Web-{00C09EC1-FF5B-4D6B-8484-56CAE63C446C}" dt="2023-05-01T08:56:12.360" v="249"/>
          <ac:spMkLst>
            <pc:docMk/>
            <pc:sldMk cId="2213956683" sldId="262"/>
            <ac:spMk id="6" creationId="{509C4001-0AC5-B2AF-8B32-25DE9712C6BB}"/>
          </ac:spMkLst>
        </pc:spChg>
      </pc:sldChg>
      <pc:sldChg chg="modSp add replId">
        <pc:chgData name="mukul maheshwari" userId="12cb43e2ca5f0d2c" providerId="Windows Live" clId="Web-{00C09EC1-FF5B-4D6B-8484-56CAE63C446C}" dt="2023-05-01T08:51:45.897" v="222" actId="20577"/>
        <pc:sldMkLst>
          <pc:docMk/>
          <pc:sldMk cId="1071452001" sldId="263"/>
        </pc:sldMkLst>
        <pc:spChg chg="mod">
          <ac:chgData name="mukul maheshwari" userId="12cb43e2ca5f0d2c" providerId="Windows Live" clId="Web-{00C09EC1-FF5B-4D6B-8484-56CAE63C446C}" dt="2023-05-01T08:51:45.897" v="222" actId="20577"/>
          <ac:spMkLst>
            <pc:docMk/>
            <pc:sldMk cId="1071452001" sldId="263"/>
            <ac:spMk id="3" creationId="{C5F2372E-8A92-D2EC-CDA6-6D5E61415D4D}"/>
          </ac:spMkLst>
        </pc:spChg>
      </pc:sldChg>
      <pc:sldChg chg="modSp add replId">
        <pc:chgData name="mukul maheshwari" userId="12cb43e2ca5f0d2c" providerId="Windows Live" clId="Web-{00C09EC1-FF5B-4D6B-8484-56CAE63C446C}" dt="2023-05-01T08:52:26.758" v="227"/>
        <pc:sldMkLst>
          <pc:docMk/>
          <pc:sldMk cId="942721985" sldId="264"/>
        </pc:sldMkLst>
        <pc:spChg chg="mod">
          <ac:chgData name="mukul maheshwari" userId="12cb43e2ca5f0d2c" providerId="Windows Live" clId="Web-{00C09EC1-FF5B-4D6B-8484-56CAE63C446C}" dt="2023-05-01T08:52:26.758" v="227"/>
          <ac:spMkLst>
            <pc:docMk/>
            <pc:sldMk cId="942721985" sldId="264"/>
            <ac:spMk id="3" creationId="{C5F2372E-8A92-D2EC-CDA6-6D5E61415D4D}"/>
          </ac:spMkLst>
        </pc:spChg>
      </pc:sldChg>
      <pc:sldChg chg="modSp add del replId">
        <pc:chgData name="mukul maheshwari" userId="12cb43e2ca5f0d2c" providerId="Windows Live" clId="Web-{00C09EC1-FF5B-4D6B-8484-56CAE63C446C}" dt="2023-05-01T08:51:28.833" v="217"/>
        <pc:sldMkLst>
          <pc:docMk/>
          <pc:sldMk cId="2268392415" sldId="264"/>
        </pc:sldMkLst>
        <pc:spChg chg="mod">
          <ac:chgData name="mukul maheshwari" userId="12cb43e2ca5f0d2c" providerId="Windows Live" clId="Web-{00C09EC1-FF5B-4D6B-8484-56CAE63C446C}" dt="2023-05-01T08:51:24.489" v="216" actId="20577"/>
          <ac:spMkLst>
            <pc:docMk/>
            <pc:sldMk cId="2268392415" sldId="264"/>
            <ac:spMk id="3" creationId="{C5F2372E-8A92-D2EC-CDA6-6D5E61415D4D}"/>
          </ac:spMkLst>
        </pc:spChg>
      </pc:sldChg>
      <pc:sldChg chg="add del replId">
        <pc:chgData name="mukul maheshwari" userId="12cb43e2ca5f0d2c" providerId="Windows Live" clId="Web-{00C09EC1-FF5B-4D6B-8484-56CAE63C446C}" dt="2023-05-01T08:51:22.193" v="215"/>
        <pc:sldMkLst>
          <pc:docMk/>
          <pc:sldMk cId="2349479832" sldId="265"/>
        </pc:sldMkLst>
      </pc:sldChg>
      <pc:sldChg chg="add replId">
        <pc:chgData name="mukul maheshwari" userId="12cb43e2ca5f0d2c" providerId="Windows Live" clId="Web-{00C09EC1-FF5B-4D6B-8484-56CAE63C446C}" dt="2023-05-01T08:52:41.539" v="228"/>
        <pc:sldMkLst>
          <pc:docMk/>
          <pc:sldMk cId="3415614948" sldId="265"/>
        </pc:sldMkLst>
      </pc:sldChg>
      <pc:sldChg chg="modSp add replId">
        <pc:chgData name="mukul maheshwari" userId="12cb43e2ca5f0d2c" providerId="Windows Live" clId="Web-{00C09EC1-FF5B-4D6B-8484-56CAE63C446C}" dt="2023-05-01T09:15:28.577" v="410" actId="20577"/>
        <pc:sldMkLst>
          <pc:docMk/>
          <pc:sldMk cId="2339688356" sldId="266"/>
        </pc:sldMkLst>
        <pc:spChg chg="mod">
          <ac:chgData name="mukul maheshwari" userId="12cb43e2ca5f0d2c" providerId="Windows Live" clId="Web-{00C09EC1-FF5B-4D6B-8484-56CAE63C446C}" dt="2023-05-01T09:12:50.040" v="399" actId="20577"/>
          <ac:spMkLst>
            <pc:docMk/>
            <pc:sldMk cId="2339688356" sldId="266"/>
            <ac:spMk id="2" creationId="{C0E24C61-2B26-9A88-3CD7-F255D4FE34C7}"/>
          </ac:spMkLst>
        </pc:spChg>
        <pc:spChg chg="mod">
          <ac:chgData name="mukul maheshwari" userId="12cb43e2ca5f0d2c" providerId="Windows Live" clId="Web-{00C09EC1-FF5B-4D6B-8484-56CAE63C446C}" dt="2023-05-01T09:15:28.577" v="410" actId="20577"/>
          <ac:spMkLst>
            <pc:docMk/>
            <pc:sldMk cId="2339688356" sldId="266"/>
            <ac:spMk id="3" creationId="{C5F2372E-8A92-D2EC-CDA6-6D5E61415D4D}"/>
          </ac:spMkLst>
        </pc:spChg>
      </pc:sldChg>
      <pc:sldChg chg="modSp add replId">
        <pc:chgData name="mukul maheshwari" userId="12cb43e2ca5f0d2c" providerId="Windows Live" clId="Web-{00C09EC1-FF5B-4D6B-8484-56CAE63C446C}" dt="2023-05-01T09:15:48.531" v="414" actId="20577"/>
        <pc:sldMkLst>
          <pc:docMk/>
          <pc:sldMk cId="1881574745" sldId="267"/>
        </pc:sldMkLst>
        <pc:spChg chg="mod">
          <ac:chgData name="mukul maheshwari" userId="12cb43e2ca5f0d2c" providerId="Windows Live" clId="Web-{00C09EC1-FF5B-4D6B-8484-56CAE63C446C}" dt="2023-05-01T09:15:48.531" v="414" actId="20577"/>
          <ac:spMkLst>
            <pc:docMk/>
            <pc:sldMk cId="1881574745" sldId="267"/>
            <ac:spMk id="2" creationId="{C0E24C61-2B26-9A88-3CD7-F255D4FE34C7}"/>
          </ac:spMkLst>
        </pc:spChg>
      </pc:sldChg>
      <pc:sldMasterChg chg="del delSldLayout">
        <pc:chgData name="mukul maheshwari" userId="12cb43e2ca5f0d2c" providerId="Windows Live" clId="Web-{00C09EC1-FF5B-4D6B-8484-56CAE63C446C}" dt="2023-05-01T08:24:33.754" v="4"/>
        <pc:sldMasterMkLst>
          <pc:docMk/>
          <pc:sldMasterMk cId="2460954070" sldId="2147483660"/>
        </pc:sldMasterMkLst>
        <pc:sldLayoutChg chg="del">
          <pc:chgData name="mukul maheshwari" userId="12cb43e2ca5f0d2c" providerId="Windows Live" clId="Web-{00C09EC1-FF5B-4D6B-8484-56CAE63C446C}" dt="2023-05-01T08:24:33.754" v="4"/>
          <pc:sldLayoutMkLst>
            <pc:docMk/>
            <pc:sldMasterMk cId="2460954070" sldId="2147483660"/>
            <pc:sldLayoutMk cId="2385387890" sldId="2147483661"/>
          </pc:sldLayoutMkLst>
        </pc:sldLayoutChg>
        <pc:sldLayoutChg chg="del">
          <pc:chgData name="mukul maheshwari" userId="12cb43e2ca5f0d2c" providerId="Windows Live" clId="Web-{00C09EC1-FF5B-4D6B-8484-56CAE63C446C}" dt="2023-05-01T08:24:33.754" v="4"/>
          <pc:sldLayoutMkLst>
            <pc:docMk/>
            <pc:sldMasterMk cId="2460954070" sldId="2147483660"/>
            <pc:sldLayoutMk cId="949138452" sldId="2147483662"/>
          </pc:sldLayoutMkLst>
        </pc:sldLayoutChg>
        <pc:sldLayoutChg chg="del">
          <pc:chgData name="mukul maheshwari" userId="12cb43e2ca5f0d2c" providerId="Windows Live" clId="Web-{00C09EC1-FF5B-4D6B-8484-56CAE63C446C}" dt="2023-05-01T08:24:33.754" v="4"/>
          <pc:sldLayoutMkLst>
            <pc:docMk/>
            <pc:sldMasterMk cId="2460954070" sldId="2147483660"/>
            <pc:sldLayoutMk cId="2591524520" sldId="2147483663"/>
          </pc:sldLayoutMkLst>
        </pc:sldLayoutChg>
        <pc:sldLayoutChg chg="del">
          <pc:chgData name="mukul maheshwari" userId="12cb43e2ca5f0d2c" providerId="Windows Live" clId="Web-{00C09EC1-FF5B-4D6B-8484-56CAE63C446C}" dt="2023-05-01T08:24:33.754" v="4"/>
          <pc:sldLayoutMkLst>
            <pc:docMk/>
            <pc:sldMasterMk cId="2460954070" sldId="2147483660"/>
            <pc:sldLayoutMk cId="1203092039" sldId="2147483664"/>
          </pc:sldLayoutMkLst>
        </pc:sldLayoutChg>
        <pc:sldLayoutChg chg="del">
          <pc:chgData name="mukul maheshwari" userId="12cb43e2ca5f0d2c" providerId="Windows Live" clId="Web-{00C09EC1-FF5B-4D6B-8484-56CAE63C446C}" dt="2023-05-01T08:24:33.754" v="4"/>
          <pc:sldLayoutMkLst>
            <pc:docMk/>
            <pc:sldMasterMk cId="2460954070" sldId="2147483660"/>
            <pc:sldLayoutMk cId="3733172339" sldId="2147483665"/>
          </pc:sldLayoutMkLst>
        </pc:sldLayoutChg>
        <pc:sldLayoutChg chg="del">
          <pc:chgData name="mukul maheshwari" userId="12cb43e2ca5f0d2c" providerId="Windows Live" clId="Web-{00C09EC1-FF5B-4D6B-8484-56CAE63C446C}" dt="2023-05-01T08:24:33.754" v="4"/>
          <pc:sldLayoutMkLst>
            <pc:docMk/>
            <pc:sldMasterMk cId="2460954070" sldId="2147483660"/>
            <pc:sldLayoutMk cId="3210312558" sldId="2147483666"/>
          </pc:sldLayoutMkLst>
        </pc:sldLayoutChg>
        <pc:sldLayoutChg chg="del">
          <pc:chgData name="mukul maheshwari" userId="12cb43e2ca5f0d2c" providerId="Windows Live" clId="Web-{00C09EC1-FF5B-4D6B-8484-56CAE63C446C}" dt="2023-05-01T08:24:33.754" v="4"/>
          <pc:sldLayoutMkLst>
            <pc:docMk/>
            <pc:sldMasterMk cId="2460954070" sldId="2147483660"/>
            <pc:sldLayoutMk cId="3146388984" sldId="2147483667"/>
          </pc:sldLayoutMkLst>
        </pc:sldLayoutChg>
        <pc:sldLayoutChg chg="del">
          <pc:chgData name="mukul maheshwari" userId="12cb43e2ca5f0d2c" providerId="Windows Live" clId="Web-{00C09EC1-FF5B-4D6B-8484-56CAE63C446C}" dt="2023-05-01T08:24:33.754" v="4"/>
          <pc:sldLayoutMkLst>
            <pc:docMk/>
            <pc:sldMasterMk cId="2460954070" sldId="2147483660"/>
            <pc:sldLayoutMk cId="3171841454" sldId="2147483668"/>
          </pc:sldLayoutMkLst>
        </pc:sldLayoutChg>
        <pc:sldLayoutChg chg="del">
          <pc:chgData name="mukul maheshwari" userId="12cb43e2ca5f0d2c" providerId="Windows Live" clId="Web-{00C09EC1-FF5B-4D6B-8484-56CAE63C446C}" dt="2023-05-01T08:24:33.754" v="4"/>
          <pc:sldLayoutMkLst>
            <pc:docMk/>
            <pc:sldMasterMk cId="2460954070" sldId="2147483660"/>
            <pc:sldLayoutMk cId="1718958274" sldId="2147483669"/>
          </pc:sldLayoutMkLst>
        </pc:sldLayoutChg>
        <pc:sldLayoutChg chg="del">
          <pc:chgData name="mukul maheshwari" userId="12cb43e2ca5f0d2c" providerId="Windows Live" clId="Web-{00C09EC1-FF5B-4D6B-8484-56CAE63C446C}" dt="2023-05-01T08:24:33.754" v="4"/>
          <pc:sldLayoutMkLst>
            <pc:docMk/>
            <pc:sldMasterMk cId="2460954070" sldId="2147483660"/>
            <pc:sldLayoutMk cId="2202905451" sldId="2147483670"/>
          </pc:sldLayoutMkLst>
        </pc:sldLayoutChg>
        <pc:sldLayoutChg chg="del">
          <pc:chgData name="mukul maheshwari" userId="12cb43e2ca5f0d2c" providerId="Windows Live" clId="Web-{00C09EC1-FF5B-4D6B-8484-56CAE63C446C}" dt="2023-05-01T08:24:33.754" v="4"/>
          <pc:sldLayoutMkLst>
            <pc:docMk/>
            <pc:sldMasterMk cId="2460954070" sldId="2147483660"/>
            <pc:sldLayoutMk cId="3479445657" sldId="2147483671"/>
          </pc:sldLayoutMkLst>
        </pc:sldLayoutChg>
      </pc:sldMasterChg>
      <pc:sldMasterChg chg="add mod addSldLayout modSldLayout">
        <pc:chgData name="mukul maheshwari" userId="12cb43e2ca5f0d2c" providerId="Windows Live" clId="Web-{00C09EC1-FF5B-4D6B-8484-56CAE63C446C}" dt="2023-05-01T08:25:22.975" v="7"/>
        <pc:sldMasterMkLst>
          <pc:docMk/>
          <pc:sldMasterMk cId="3708437435" sldId="2147483750"/>
        </pc:sldMasterMkLst>
        <pc:sldLayoutChg chg="add mod">
          <pc:chgData name="mukul maheshwari" userId="12cb43e2ca5f0d2c" providerId="Windows Live" clId="Web-{00C09EC1-FF5B-4D6B-8484-56CAE63C446C}" dt="2023-05-01T08:25:22.975" v="7"/>
          <pc:sldLayoutMkLst>
            <pc:docMk/>
            <pc:sldMasterMk cId="3708437435" sldId="2147483750"/>
            <pc:sldLayoutMk cId="1930398469" sldId="2147483739"/>
          </pc:sldLayoutMkLst>
        </pc:sldLayoutChg>
        <pc:sldLayoutChg chg="add mod">
          <pc:chgData name="mukul maheshwari" userId="12cb43e2ca5f0d2c" providerId="Windows Live" clId="Web-{00C09EC1-FF5B-4D6B-8484-56CAE63C446C}" dt="2023-05-01T08:25:22.975" v="7"/>
          <pc:sldLayoutMkLst>
            <pc:docMk/>
            <pc:sldMasterMk cId="3708437435" sldId="2147483750"/>
            <pc:sldLayoutMk cId="2314983227" sldId="2147483740"/>
          </pc:sldLayoutMkLst>
        </pc:sldLayoutChg>
        <pc:sldLayoutChg chg="add mod">
          <pc:chgData name="mukul maheshwari" userId="12cb43e2ca5f0d2c" providerId="Windows Live" clId="Web-{00C09EC1-FF5B-4D6B-8484-56CAE63C446C}" dt="2023-05-01T08:25:22.975" v="7"/>
          <pc:sldLayoutMkLst>
            <pc:docMk/>
            <pc:sldMasterMk cId="3708437435" sldId="2147483750"/>
            <pc:sldLayoutMk cId="2265461258" sldId="2147483741"/>
          </pc:sldLayoutMkLst>
        </pc:sldLayoutChg>
        <pc:sldLayoutChg chg="add mod">
          <pc:chgData name="mukul maheshwari" userId="12cb43e2ca5f0d2c" providerId="Windows Live" clId="Web-{00C09EC1-FF5B-4D6B-8484-56CAE63C446C}" dt="2023-05-01T08:25:22.975" v="7"/>
          <pc:sldLayoutMkLst>
            <pc:docMk/>
            <pc:sldMasterMk cId="3708437435" sldId="2147483750"/>
            <pc:sldLayoutMk cId="3599859802" sldId="2147483742"/>
          </pc:sldLayoutMkLst>
        </pc:sldLayoutChg>
        <pc:sldLayoutChg chg="add mod">
          <pc:chgData name="mukul maheshwari" userId="12cb43e2ca5f0d2c" providerId="Windows Live" clId="Web-{00C09EC1-FF5B-4D6B-8484-56CAE63C446C}" dt="2023-05-01T08:25:22.975" v="7"/>
          <pc:sldLayoutMkLst>
            <pc:docMk/>
            <pc:sldMasterMk cId="3708437435" sldId="2147483750"/>
            <pc:sldLayoutMk cId="2675249349" sldId="2147483743"/>
          </pc:sldLayoutMkLst>
        </pc:sldLayoutChg>
        <pc:sldLayoutChg chg="add mod">
          <pc:chgData name="mukul maheshwari" userId="12cb43e2ca5f0d2c" providerId="Windows Live" clId="Web-{00C09EC1-FF5B-4D6B-8484-56CAE63C446C}" dt="2023-05-01T08:25:22.975" v="7"/>
          <pc:sldLayoutMkLst>
            <pc:docMk/>
            <pc:sldMasterMk cId="3708437435" sldId="2147483750"/>
            <pc:sldLayoutMk cId="4128379125" sldId="2147483744"/>
          </pc:sldLayoutMkLst>
        </pc:sldLayoutChg>
        <pc:sldLayoutChg chg="add mod">
          <pc:chgData name="mukul maheshwari" userId="12cb43e2ca5f0d2c" providerId="Windows Live" clId="Web-{00C09EC1-FF5B-4D6B-8484-56CAE63C446C}" dt="2023-05-01T08:25:22.975" v="7"/>
          <pc:sldLayoutMkLst>
            <pc:docMk/>
            <pc:sldMasterMk cId="3708437435" sldId="2147483750"/>
            <pc:sldLayoutMk cId="2629515400" sldId="2147483745"/>
          </pc:sldLayoutMkLst>
        </pc:sldLayoutChg>
        <pc:sldLayoutChg chg="add mod">
          <pc:chgData name="mukul maheshwari" userId="12cb43e2ca5f0d2c" providerId="Windows Live" clId="Web-{00C09EC1-FF5B-4D6B-8484-56CAE63C446C}" dt="2023-05-01T08:25:22.975" v="7"/>
          <pc:sldLayoutMkLst>
            <pc:docMk/>
            <pc:sldMasterMk cId="3708437435" sldId="2147483750"/>
            <pc:sldLayoutMk cId="655375097" sldId="2147483746"/>
          </pc:sldLayoutMkLst>
        </pc:sldLayoutChg>
        <pc:sldLayoutChg chg="add mod">
          <pc:chgData name="mukul maheshwari" userId="12cb43e2ca5f0d2c" providerId="Windows Live" clId="Web-{00C09EC1-FF5B-4D6B-8484-56CAE63C446C}" dt="2023-05-01T08:25:22.975" v="7"/>
          <pc:sldLayoutMkLst>
            <pc:docMk/>
            <pc:sldMasterMk cId="3708437435" sldId="2147483750"/>
            <pc:sldLayoutMk cId="2733347050" sldId="2147483747"/>
          </pc:sldLayoutMkLst>
        </pc:sldLayoutChg>
        <pc:sldLayoutChg chg="add mod">
          <pc:chgData name="mukul maheshwari" userId="12cb43e2ca5f0d2c" providerId="Windows Live" clId="Web-{00C09EC1-FF5B-4D6B-8484-56CAE63C446C}" dt="2023-05-01T08:25:22.975" v="7"/>
          <pc:sldLayoutMkLst>
            <pc:docMk/>
            <pc:sldMasterMk cId="3708437435" sldId="2147483750"/>
            <pc:sldLayoutMk cId="2474957860" sldId="2147483748"/>
          </pc:sldLayoutMkLst>
        </pc:sldLayoutChg>
        <pc:sldLayoutChg chg="add mod">
          <pc:chgData name="mukul maheshwari" userId="12cb43e2ca5f0d2c" providerId="Windows Live" clId="Web-{00C09EC1-FF5B-4D6B-8484-56CAE63C446C}" dt="2023-05-01T08:25:22.975" v="7"/>
          <pc:sldLayoutMkLst>
            <pc:docMk/>
            <pc:sldMasterMk cId="3708437435" sldId="2147483750"/>
            <pc:sldLayoutMk cId="2366627358" sldId="2147483749"/>
          </pc:sldLayoutMkLst>
        </pc:sldLayoutChg>
      </pc:sldMasterChg>
    </pc:docChg>
  </pc:docChgLst>
  <pc:docChgLst>
    <pc:chgData name="mukul maheshwari" userId="12cb43e2ca5f0d2c" providerId="Windows Live" clId="Web-{D5BCA8AC-EDAF-4B7E-8C5D-3DB63AF80CF4}"/>
    <pc:docChg chg="addSld delSld modSld addMainMaster">
      <pc:chgData name="mukul maheshwari" userId="12cb43e2ca5f0d2c" providerId="Windows Live" clId="Web-{D5BCA8AC-EDAF-4B7E-8C5D-3DB63AF80CF4}" dt="2023-05-01T10:21:48.206" v="289"/>
      <pc:docMkLst>
        <pc:docMk/>
      </pc:docMkLst>
      <pc:sldChg chg="addSp delSp modSp mod setBg">
        <pc:chgData name="mukul maheshwari" userId="12cb43e2ca5f0d2c" providerId="Windows Live" clId="Web-{D5BCA8AC-EDAF-4B7E-8C5D-3DB63AF80CF4}" dt="2023-05-01T10:12:43.548" v="167"/>
        <pc:sldMkLst>
          <pc:docMk/>
          <pc:sldMk cId="1653547992" sldId="260"/>
        </pc:sldMkLst>
        <pc:spChg chg="mod">
          <ac:chgData name="mukul maheshwari" userId="12cb43e2ca5f0d2c" providerId="Windows Live" clId="Web-{D5BCA8AC-EDAF-4B7E-8C5D-3DB63AF80CF4}" dt="2023-05-01T10:12:43.548" v="167"/>
          <ac:spMkLst>
            <pc:docMk/>
            <pc:sldMk cId="1653547992" sldId="260"/>
            <ac:spMk id="2" creationId="{5CAB3426-1BE0-2C81-5BC6-6C05431043A5}"/>
          </ac:spMkLst>
        </pc:spChg>
        <pc:spChg chg="del">
          <ac:chgData name="mukul maheshwari" userId="12cb43e2ca5f0d2c" providerId="Windows Live" clId="Web-{D5BCA8AC-EDAF-4B7E-8C5D-3DB63AF80CF4}" dt="2023-05-01T10:12:43.548" v="167"/>
          <ac:spMkLst>
            <pc:docMk/>
            <pc:sldMk cId="1653547992" sldId="260"/>
            <ac:spMk id="3" creationId="{6905D61E-5A2D-FE8A-6B91-4680A0E48614}"/>
          </ac:spMkLst>
        </pc:spChg>
        <pc:spChg chg="mod">
          <ac:chgData name="mukul maheshwari" userId="12cb43e2ca5f0d2c" providerId="Windows Live" clId="Web-{D5BCA8AC-EDAF-4B7E-8C5D-3DB63AF80CF4}" dt="2023-05-01T10:12:43.548" v="167"/>
          <ac:spMkLst>
            <pc:docMk/>
            <pc:sldMk cId="1653547992" sldId="260"/>
            <ac:spMk id="4" creationId="{6CF1FD65-F1D5-983F-7043-F3F8D03FB760}"/>
          </ac:spMkLst>
        </pc:spChg>
        <pc:spChg chg="add">
          <ac:chgData name="mukul maheshwari" userId="12cb43e2ca5f0d2c" providerId="Windows Live" clId="Web-{D5BCA8AC-EDAF-4B7E-8C5D-3DB63AF80CF4}" dt="2023-05-01T10:12:43.548" v="167"/>
          <ac:spMkLst>
            <pc:docMk/>
            <pc:sldMk cId="1653547992" sldId="260"/>
            <ac:spMk id="10" creationId="{0BABF38A-8A0D-492E-BD20-6CF4D46B50BD}"/>
          </ac:spMkLst>
        </pc:spChg>
        <pc:spChg chg="add">
          <ac:chgData name="mukul maheshwari" userId="12cb43e2ca5f0d2c" providerId="Windows Live" clId="Web-{D5BCA8AC-EDAF-4B7E-8C5D-3DB63AF80CF4}" dt="2023-05-01T10:12:43.548" v="167"/>
          <ac:spMkLst>
            <pc:docMk/>
            <pc:sldMk cId="1653547992" sldId="260"/>
            <ac:spMk id="14" creationId="{EB614023-3F38-44EB-8ABB-B52E5B9E222A}"/>
          </ac:spMkLst>
        </pc:spChg>
        <pc:spChg chg="add">
          <ac:chgData name="mukul maheshwari" userId="12cb43e2ca5f0d2c" providerId="Windows Live" clId="Web-{D5BCA8AC-EDAF-4B7E-8C5D-3DB63AF80CF4}" dt="2023-05-01T10:12:43.548" v="167"/>
          <ac:spMkLst>
            <pc:docMk/>
            <pc:sldMk cId="1653547992" sldId="260"/>
            <ac:spMk id="16" creationId="{8C5F9310-ED3E-45B9-9D97-AC0F2C89009B}"/>
          </ac:spMkLst>
        </pc:spChg>
        <pc:spChg chg="add">
          <ac:chgData name="mukul maheshwari" userId="12cb43e2ca5f0d2c" providerId="Windows Live" clId="Web-{D5BCA8AC-EDAF-4B7E-8C5D-3DB63AF80CF4}" dt="2023-05-01T10:12:43.548" v="167"/>
          <ac:spMkLst>
            <pc:docMk/>
            <pc:sldMk cId="1653547992" sldId="260"/>
            <ac:spMk id="18" creationId="{8D2A0DB3-EF43-4032-9B27-954E12CCB688}"/>
          </ac:spMkLst>
        </pc:spChg>
        <pc:picChg chg="add">
          <ac:chgData name="mukul maheshwari" userId="12cb43e2ca5f0d2c" providerId="Windows Live" clId="Web-{D5BCA8AC-EDAF-4B7E-8C5D-3DB63AF80CF4}" dt="2023-05-01T10:12:43.548" v="167"/>
          <ac:picMkLst>
            <pc:docMk/>
            <pc:sldMk cId="1653547992" sldId="260"/>
            <ac:picMk id="6" creationId="{F39576D9-0A9C-49A1-9ED8-0F33F498E43E}"/>
          </ac:picMkLst>
        </pc:picChg>
        <pc:picChg chg="add">
          <ac:chgData name="mukul maheshwari" userId="12cb43e2ca5f0d2c" providerId="Windows Live" clId="Web-{D5BCA8AC-EDAF-4B7E-8C5D-3DB63AF80CF4}" dt="2023-05-01T10:12:43.548" v="167"/>
          <ac:picMkLst>
            <pc:docMk/>
            <pc:sldMk cId="1653547992" sldId="260"/>
            <ac:picMk id="12" creationId="{1CB7E8AE-A3AC-4BB7-A5C6-F00EC697B265}"/>
          </ac:picMkLst>
        </pc:picChg>
      </pc:sldChg>
      <pc:sldChg chg="addSp delSp modSp">
        <pc:chgData name="mukul maheshwari" userId="12cb43e2ca5f0d2c" providerId="Windows Live" clId="Web-{D5BCA8AC-EDAF-4B7E-8C5D-3DB63AF80CF4}" dt="2023-05-01T10:03:45.703" v="62" actId="1076"/>
        <pc:sldMkLst>
          <pc:docMk/>
          <pc:sldMk cId="200299827" sldId="272"/>
        </pc:sldMkLst>
        <pc:spChg chg="mod">
          <ac:chgData name="mukul maheshwari" userId="12cb43e2ca5f0d2c" providerId="Windows Live" clId="Web-{D5BCA8AC-EDAF-4B7E-8C5D-3DB63AF80CF4}" dt="2023-05-01T10:03:27" v="59"/>
          <ac:spMkLst>
            <pc:docMk/>
            <pc:sldMk cId="200299827" sldId="272"/>
            <ac:spMk id="2" creationId="{C0E24C61-2B26-9A88-3CD7-F255D4FE34C7}"/>
          </ac:spMkLst>
        </pc:spChg>
        <pc:spChg chg="mod">
          <ac:chgData name="mukul maheshwari" userId="12cb43e2ca5f0d2c" providerId="Windows Live" clId="Web-{D5BCA8AC-EDAF-4B7E-8C5D-3DB63AF80CF4}" dt="2023-05-01T10:03:45.703" v="62" actId="1076"/>
          <ac:spMkLst>
            <pc:docMk/>
            <pc:sldMk cId="200299827" sldId="272"/>
            <ac:spMk id="3" creationId="{C5F2372E-8A92-D2EC-CDA6-6D5E61415D4D}"/>
          </ac:spMkLst>
        </pc:spChg>
        <pc:spChg chg="mod ord">
          <ac:chgData name="mukul maheshwari" userId="12cb43e2ca5f0d2c" providerId="Windows Live" clId="Web-{D5BCA8AC-EDAF-4B7E-8C5D-3DB63AF80CF4}" dt="2023-05-01T10:03:27" v="59"/>
          <ac:spMkLst>
            <pc:docMk/>
            <pc:sldMk cId="200299827" sldId="272"/>
            <ac:spMk id="4" creationId="{F1A85D9A-0B89-4B2C-B79F-0F7D4478D005}"/>
          </ac:spMkLst>
        </pc:spChg>
        <pc:spChg chg="del">
          <ac:chgData name="mukul maheshwari" userId="12cb43e2ca5f0d2c" providerId="Windows Live" clId="Web-{D5BCA8AC-EDAF-4B7E-8C5D-3DB63AF80CF4}" dt="2023-05-01T10:02:55.327" v="52"/>
          <ac:spMkLst>
            <pc:docMk/>
            <pc:sldMk cId="200299827" sldId="272"/>
            <ac:spMk id="31" creationId="{8651CFA9-6065-4243-AC48-858E359780B1}"/>
          </ac:spMkLst>
        </pc:spChg>
        <pc:spChg chg="del">
          <ac:chgData name="mukul maheshwari" userId="12cb43e2ca5f0d2c" providerId="Windows Live" clId="Web-{D5BCA8AC-EDAF-4B7E-8C5D-3DB63AF80CF4}" dt="2023-05-01T10:02:55.327" v="52"/>
          <ac:spMkLst>
            <pc:docMk/>
            <pc:sldMk cId="200299827" sldId="272"/>
            <ac:spMk id="33" creationId="{37962AE0-6A1C-4B76-9D52-10E5E6D7D3BB}"/>
          </ac:spMkLst>
        </pc:spChg>
        <pc:spChg chg="add del">
          <ac:chgData name="mukul maheshwari" userId="12cb43e2ca5f0d2c" providerId="Windows Live" clId="Web-{D5BCA8AC-EDAF-4B7E-8C5D-3DB63AF80CF4}" dt="2023-05-01T10:03:27" v="59"/>
          <ac:spMkLst>
            <pc:docMk/>
            <pc:sldMk cId="200299827" sldId="272"/>
            <ac:spMk id="42" creationId="{4AB8125F-0FD8-48CD-9F43-73E5494EA774}"/>
          </ac:spMkLst>
        </pc:spChg>
        <pc:spChg chg="add del">
          <ac:chgData name="mukul maheshwari" userId="12cb43e2ca5f0d2c" providerId="Windows Live" clId="Web-{D5BCA8AC-EDAF-4B7E-8C5D-3DB63AF80CF4}" dt="2023-05-01T10:03:27" v="59"/>
          <ac:spMkLst>
            <pc:docMk/>
            <pc:sldMk cId="200299827" sldId="272"/>
            <ac:spMk id="44" creationId="{0019DD6C-5899-4C07-864B-EB0A7D104ACF}"/>
          </ac:spMkLst>
        </pc:spChg>
        <pc:spChg chg="add del">
          <ac:chgData name="mukul maheshwari" userId="12cb43e2ca5f0d2c" providerId="Windows Live" clId="Web-{D5BCA8AC-EDAF-4B7E-8C5D-3DB63AF80CF4}" dt="2023-05-01T10:03:27" v="59"/>
          <ac:spMkLst>
            <pc:docMk/>
            <pc:sldMk cId="200299827" sldId="272"/>
            <ac:spMk id="46" creationId="{EBDFFBC1-15BD-428E-B8AF-ECF5D1B76DEB}"/>
          </ac:spMkLst>
        </pc:spChg>
        <pc:spChg chg="add del">
          <ac:chgData name="mukul maheshwari" userId="12cb43e2ca5f0d2c" providerId="Windows Live" clId="Web-{D5BCA8AC-EDAF-4B7E-8C5D-3DB63AF80CF4}" dt="2023-05-01T10:03:27" v="59"/>
          <ac:spMkLst>
            <pc:docMk/>
            <pc:sldMk cId="200299827" sldId="272"/>
            <ac:spMk id="48" creationId="{EBFB3075-0323-4EB0-B1A5-776A0E709CEF}"/>
          </ac:spMkLst>
        </pc:spChg>
        <pc:spChg chg="add">
          <ac:chgData name="mukul maheshwari" userId="12cb43e2ca5f0d2c" providerId="Windows Live" clId="Web-{D5BCA8AC-EDAF-4B7E-8C5D-3DB63AF80CF4}" dt="2023-05-01T10:03:27" v="59"/>
          <ac:spMkLst>
            <pc:docMk/>
            <pc:sldMk cId="200299827" sldId="272"/>
            <ac:spMk id="53" creationId="{8651CFA9-6065-4243-AC48-858E359780B1}"/>
          </ac:spMkLst>
        </pc:spChg>
        <pc:spChg chg="add">
          <ac:chgData name="mukul maheshwari" userId="12cb43e2ca5f0d2c" providerId="Windows Live" clId="Web-{D5BCA8AC-EDAF-4B7E-8C5D-3DB63AF80CF4}" dt="2023-05-01T10:03:27" v="59"/>
          <ac:spMkLst>
            <pc:docMk/>
            <pc:sldMk cId="200299827" sldId="272"/>
            <ac:spMk id="55" creationId="{5A8C81AE-8F0D-49F3-9FB4-334B0DCDF195}"/>
          </ac:spMkLst>
        </pc:spChg>
        <pc:picChg chg="add mod">
          <ac:chgData name="mukul maheshwari" userId="12cb43e2ca5f0d2c" providerId="Windows Live" clId="Web-{D5BCA8AC-EDAF-4B7E-8C5D-3DB63AF80CF4}" dt="2023-05-01T10:03:27" v="59"/>
          <ac:picMkLst>
            <pc:docMk/>
            <pc:sldMk cId="200299827" sldId="272"/>
            <ac:picMk id="5" creationId="{1D701A8A-1D57-A361-C7ED-01E38A754579}"/>
          </ac:picMkLst>
        </pc:picChg>
        <pc:picChg chg="del">
          <ac:chgData name="mukul maheshwari" userId="12cb43e2ca5f0d2c" providerId="Windows Live" clId="Web-{D5BCA8AC-EDAF-4B7E-8C5D-3DB63AF80CF4}" dt="2023-05-01T10:02:55.327" v="52"/>
          <ac:picMkLst>
            <pc:docMk/>
            <pc:sldMk cId="200299827" sldId="272"/>
            <ac:picMk id="35" creationId="{A72D06A1-BA08-4820-BBC8-B24DDB32A376}"/>
          </ac:picMkLst>
        </pc:picChg>
        <pc:picChg chg="del">
          <ac:chgData name="mukul maheshwari" userId="12cb43e2ca5f0d2c" providerId="Windows Live" clId="Web-{D5BCA8AC-EDAF-4B7E-8C5D-3DB63AF80CF4}" dt="2023-05-01T10:02:55.327" v="52"/>
          <ac:picMkLst>
            <pc:docMk/>
            <pc:sldMk cId="200299827" sldId="272"/>
            <ac:picMk id="37" creationId="{1295E665-0408-4072-94B3-49BA5ACBCBD3}"/>
          </ac:picMkLst>
        </pc:picChg>
        <pc:picChg chg="add">
          <ac:chgData name="mukul maheshwari" userId="12cb43e2ca5f0d2c" providerId="Windows Live" clId="Web-{D5BCA8AC-EDAF-4B7E-8C5D-3DB63AF80CF4}" dt="2023-05-01T10:03:27" v="59"/>
          <ac:picMkLst>
            <pc:docMk/>
            <pc:sldMk cId="200299827" sldId="272"/>
            <ac:picMk id="57" creationId="{29DA4B2B-B54E-43B4-A1A4-EB704F7F3D41}"/>
          </ac:picMkLst>
        </pc:picChg>
        <pc:picChg chg="add">
          <ac:chgData name="mukul maheshwari" userId="12cb43e2ca5f0d2c" providerId="Windows Live" clId="Web-{D5BCA8AC-EDAF-4B7E-8C5D-3DB63AF80CF4}" dt="2023-05-01T10:03:27" v="59"/>
          <ac:picMkLst>
            <pc:docMk/>
            <pc:sldMk cId="200299827" sldId="272"/>
            <ac:picMk id="59" creationId="{1C32610F-5445-4E12-87F6-F0591ABE7AD1}"/>
          </ac:picMkLst>
        </pc:picChg>
      </pc:sldChg>
      <pc:sldChg chg="delSp modSp add replId">
        <pc:chgData name="mukul maheshwari" userId="12cb43e2ca5f0d2c" providerId="Windows Live" clId="Web-{D5BCA8AC-EDAF-4B7E-8C5D-3DB63AF80CF4}" dt="2023-05-01T10:10:45.529" v="164" actId="20577"/>
        <pc:sldMkLst>
          <pc:docMk/>
          <pc:sldMk cId="1269824843" sldId="273"/>
        </pc:sldMkLst>
        <pc:spChg chg="mod">
          <ac:chgData name="mukul maheshwari" userId="12cb43e2ca5f0d2c" providerId="Windows Live" clId="Web-{D5BCA8AC-EDAF-4B7E-8C5D-3DB63AF80CF4}" dt="2023-05-01T10:07:00.084" v="125" actId="1076"/>
          <ac:spMkLst>
            <pc:docMk/>
            <pc:sldMk cId="1269824843" sldId="273"/>
            <ac:spMk id="2" creationId="{C0E24C61-2B26-9A88-3CD7-F255D4FE34C7}"/>
          </ac:spMkLst>
        </pc:spChg>
        <pc:spChg chg="mod">
          <ac:chgData name="mukul maheshwari" userId="12cb43e2ca5f0d2c" providerId="Windows Live" clId="Web-{D5BCA8AC-EDAF-4B7E-8C5D-3DB63AF80CF4}" dt="2023-05-01T10:10:45.529" v="164" actId="20577"/>
          <ac:spMkLst>
            <pc:docMk/>
            <pc:sldMk cId="1269824843" sldId="273"/>
            <ac:spMk id="3" creationId="{C5F2372E-8A92-D2EC-CDA6-6D5E61415D4D}"/>
          </ac:spMkLst>
        </pc:spChg>
        <pc:picChg chg="del mod">
          <ac:chgData name="mukul maheshwari" userId="12cb43e2ca5f0d2c" providerId="Windows Live" clId="Web-{D5BCA8AC-EDAF-4B7E-8C5D-3DB63AF80CF4}" dt="2023-05-01T10:08:09.899" v="126"/>
          <ac:picMkLst>
            <pc:docMk/>
            <pc:sldMk cId="1269824843" sldId="273"/>
            <ac:picMk id="5" creationId="{1D701A8A-1D57-A361-C7ED-01E38A754579}"/>
          </ac:picMkLst>
        </pc:picChg>
      </pc:sldChg>
      <pc:sldChg chg="addSp delSp modSp new">
        <pc:chgData name="mukul maheshwari" userId="12cb43e2ca5f0d2c" providerId="Windows Live" clId="Web-{D5BCA8AC-EDAF-4B7E-8C5D-3DB63AF80CF4}" dt="2023-05-01T10:08:52.307" v="143" actId="14100"/>
        <pc:sldMkLst>
          <pc:docMk/>
          <pc:sldMk cId="898813834" sldId="274"/>
        </pc:sldMkLst>
        <pc:spChg chg="mod">
          <ac:chgData name="mukul maheshwari" userId="12cb43e2ca5f0d2c" providerId="Windows Live" clId="Web-{D5BCA8AC-EDAF-4B7E-8C5D-3DB63AF80CF4}" dt="2023-05-01T10:08:38.806" v="139" actId="20577"/>
          <ac:spMkLst>
            <pc:docMk/>
            <pc:sldMk cId="898813834" sldId="274"/>
            <ac:spMk id="2" creationId="{59E6E0A7-8210-844F-26D0-71A5600F2C15}"/>
          </ac:spMkLst>
        </pc:spChg>
        <pc:spChg chg="del">
          <ac:chgData name="mukul maheshwari" userId="12cb43e2ca5f0d2c" providerId="Windows Live" clId="Web-{D5BCA8AC-EDAF-4B7E-8C5D-3DB63AF80CF4}" dt="2023-05-01T10:08:42.275" v="140"/>
          <ac:spMkLst>
            <pc:docMk/>
            <pc:sldMk cId="898813834" sldId="274"/>
            <ac:spMk id="3" creationId="{8EAE1A17-D613-A7AC-7437-A3094D09E6A8}"/>
          </ac:spMkLst>
        </pc:spChg>
        <pc:picChg chg="add mod ord">
          <ac:chgData name="mukul maheshwari" userId="12cb43e2ca5f0d2c" providerId="Windows Live" clId="Web-{D5BCA8AC-EDAF-4B7E-8C5D-3DB63AF80CF4}" dt="2023-05-01T10:08:52.307" v="143" actId="14100"/>
          <ac:picMkLst>
            <pc:docMk/>
            <pc:sldMk cId="898813834" sldId="274"/>
            <ac:picMk id="5" creationId="{820CCE14-89B0-7AB2-A566-290C64B0E6B0}"/>
          </ac:picMkLst>
        </pc:picChg>
      </pc:sldChg>
      <pc:sldChg chg="addSp delSp modSp new mod setBg">
        <pc:chgData name="mukul maheshwari" userId="12cb43e2ca5f0d2c" providerId="Windows Live" clId="Web-{D5BCA8AC-EDAF-4B7E-8C5D-3DB63AF80CF4}" dt="2023-05-01T10:13:01.143" v="170"/>
        <pc:sldMkLst>
          <pc:docMk/>
          <pc:sldMk cId="698135872" sldId="275"/>
        </pc:sldMkLst>
        <pc:spChg chg="del">
          <ac:chgData name="mukul maheshwari" userId="12cb43e2ca5f0d2c" providerId="Windows Live" clId="Web-{D5BCA8AC-EDAF-4B7E-8C5D-3DB63AF80CF4}" dt="2023-05-01T10:13:01.143" v="170"/>
          <ac:spMkLst>
            <pc:docMk/>
            <pc:sldMk cId="698135872" sldId="275"/>
            <ac:spMk id="2" creationId="{7E1FAA63-F778-153A-E25D-81E07B8B13B4}"/>
          </ac:spMkLst>
        </pc:spChg>
        <pc:spChg chg="del">
          <ac:chgData name="mukul maheshwari" userId="12cb43e2ca5f0d2c" providerId="Windows Live" clId="Web-{D5BCA8AC-EDAF-4B7E-8C5D-3DB63AF80CF4}" dt="2023-05-01T10:12:56.611" v="169"/>
          <ac:spMkLst>
            <pc:docMk/>
            <pc:sldMk cId="698135872" sldId="275"/>
            <ac:spMk id="3" creationId="{497C2D79-0A99-A846-1785-E6C93E5A3796}"/>
          </ac:spMkLst>
        </pc:spChg>
        <pc:spChg chg="mod">
          <ac:chgData name="mukul maheshwari" userId="12cb43e2ca5f0d2c" providerId="Windows Live" clId="Web-{D5BCA8AC-EDAF-4B7E-8C5D-3DB63AF80CF4}" dt="2023-05-01T10:13:01.143" v="170"/>
          <ac:spMkLst>
            <pc:docMk/>
            <pc:sldMk cId="698135872" sldId="275"/>
            <ac:spMk id="4" creationId="{3D138630-6275-765C-17C1-A764750F6EC9}"/>
          </ac:spMkLst>
        </pc:spChg>
        <pc:spChg chg="add">
          <ac:chgData name="mukul maheshwari" userId="12cb43e2ca5f0d2c" providerId="Windows Live" clId="Web-{D5BCA8AC-EDAF-4B7E-8C5D-3DB63AF80CF4}" dt="2023-05-01T10:13:01.143" v="170"/>
          <ac:spMkLst>
            <pc:docMk/>
            <pc:sldMk cId="698135872" sldId="275"/>
            <ac:spMk id="10" creationId="{0BABF38A-8A0D-492E-BD20-6CF4D46B50BD}"/>
          </ac:spMkLst>
        </pc:spChg>
        <pc:spChg chg="add">
          <ac:chgData name="mukul maheshwari" userId="12cb43e2ca5f0d2c" providerId="Windows Live" clId="Web-{D5BCA8AC-EDAF-4B7E-8C5D-3DB63AF80CF4}" dt="2023-05-01T10:13:01.143" v="170"/>
          <ac:spMkLst>
            <pc:docMk/>
            <pc:sldMk cId="698135872" sldId="275"/>
            <ac:spMk id="14" creationId="{37FDDF72-DE39-4F99-A3C1-DD9D7815D7DB}"/>
          </ac:spMkLst>
        </pc:spChg>
        <pc:spChg chg="add">
          <ac:chgData name="mukul maheshwari" userId="12cb43e2ca5f0d2c" providerId="Windows Live" clId="Web-{D5BCA8AC-EDAF-4B7E-8C5D-3DB63AF80CF4}" dt="2023-05-01T10:13:01.143" v="170"/>
          <ac:spMkLst>
            <pc:docMk/>
            <pc:sldMk cId="698135872" sldId="275"/>
            <ac:spMk id="16" creationId="{5E4ECE80-3AD1-450C-B62A-98788F193948}"/>
          </ac:spMkLst>
        </pc:spChg>
        <pc:picChg chg="add mod ord">
          <ac:chgData name="mukul maheshwari" userId="12cb43e2ca5f0d2c" providerId="Windows Live" clId="Web-{D5BCA8AC-EDAF-4B7E-8C5D-3DB63AF80CF4}" dt="2023-05-01T10:13:01.143" v="170"/>
          <ac:picMkLst>
            <pc:docMk/>
            <pc:sldMk cId="698135872" sldId="275"/>
            <ac:picMk id="5" creationId="{F3280565-B52B-8DB4-D8B5-B841C49B25D1}"/>
          </ac:picMkLst>
        </pc:picChg>
        <pc:picChg chg="add">
          <ac:chgData name="mukul maheshwari" userId="12cb43e2ca5f0d2c" providerId="Windows Live" clId="Web-{D5BCA8AC-EDAF-4B7E-8C5D-3DB63AF80CF4}" dt="2023-05-01T10:13:01.143" v="170"/>
          <ac:picMkLst>
            <pc:docMk/>
            <pc:sldMk cId="698135872" sldId="275"/>
            <ac:picMk id="12" creationId="{1CB7E8AE-A3AC-4BB7-A5C6-F00EC697B265}"/>
          </ac:picMkLst>
        </pc:picChg>
      </pc:sldChg>
      <pc:sldChg chg="add del">
        <pc:chgData name="mukul maheshwari" userId="12cb43e2ca5f0d2c" providerId="Windows Live" clId="Web-{D5BCA8AC-EDAF-4B7E-8C5D-3DB63AF80CF4}" dt="2023-05-01T10:14:25.880" v="176"/>
        <pc:sldMkLst>
          <pc:docMk/>
          <pc:sldMk cId="1178355184" sldId="276"/>
        </pc:sldMkLst>
      </pc:sldChg>
      <pc:sldChg chg="modSp add del">
        <pc:chgData name="mukul maheshwari" userId="12cb43e2ca5f0d2c" providerId="Windows Live" clId="Web-{D5BCA8AC-EDAF-4B7E-8C5D-3DB63AF80CF4}" dt="2023-05-01T10:21:48.206" v="289"/>
        <pc:sldMkLst>
          <pc:docMk/>
          <pc:sldMk cId="881662659" sldId="277"/>
        </pc:sldMkLst>
        <pc:spChg chg="mod">
          <ac:chgData name="mukul maheshwari" userId="12cb43e2ca5f0d2c" providerId="Windows Live" clId="Web-{D5BCA8AC-EDAF-4B7E-8C5D-3DB63AF80CF4}" dt="2023-05-01T10:20:51.266" v="260" actId="20577"/>
          <ac:spMkLst>
            <pc:docMk/>
            <pc:sldMk cId="881662659" sldId="277"/>
            <ac:spMk id="3" creationId="{00000000-0000-0000-0000-000000000000}"/>
          </ac:spMkLst>
        </pc:spChg>
      </pc:sldChg>
      <pc:sldChg chg="add del">
        <pc:chgData name="mukul maheshwari" userId="12cb43e2ca5f0d2c" providerId="Windows Live" clId="Web-{D5BCA8AC-EDAF-4B7E-8C5D-3DB63AF80CF4}" dt="2023-05-01T10:20:36.860" v="258"/>
        <pc:sldMkLst>
          <pc:docMk/>
          <pc:sldMk cId="1671429420" sldId="278"/>
        </pc:sldMkLst>
      </pc:sldChg>
      <pc:sldChg chg="add del">
        <pc:chgData name="mukul maheshwari" userId="12cb43e2ca5f0d2c" providerId="Windows Live" clId="Web-{D5BCA8AC-EDAF-4B7E-8C5D-3DB63AF80CF4}" dt="2023-05-01T10:18:07.543" v="235"/>
        <pc:sldMkLst>
          <pc:docMk/>
          <pc:sldMk cId="873907605" sldId="279"/>
        </pc:sldMkLst>
      </pc:sldChg>
      <pc:sldChg chg="addSp modSp add mod setBg">
        <pc:chgData name="mukul maheshwari" userId="12cb43e2ca5f0d2c" providerId="Windows Live" clId="Web-{D5BCA8AC-EDAF-4B7E-8C5D-3DB63AF80CF4}" dt="2023-05-01T10:20:12.609" v="255" actId="20577"/>
        <pc:sldMkLst>
          <pc:docMk/>
          <pc:sldMk cId="2199757250" sldId="280"/>
        </pc:sldMkLst>
        <pc:spChg chg="mod">
          <ac:chgData name="mukul maheshwari" userId="12cb43e2ca5f0d2c" providerId="Windows Live" clId="Web-{D5BCA8AC-EDAF-4B7E-8C5D-3DB63AF80CF4}" dt="2023-05-01T10:17:54.730" v="232" actId="20577"/>
          <ac:spMkLst>
            <pc:docMk/>
            <pc:sldMk cId="2199757250" sldId="280"/>
            <ac:spMk id="4" creationId="{00000000-0000-0000-0000-000000000000}"/>
          </ac:spMkLst>
        </pc:spChg>
        <pc:spChg chg="mod">
          <ac:chgData name="mukul maheshwari" userId="12cb43e2ca5f0d2c" providerId="Windows Live" clId="Web-{D5BCA8AC-EDAF-4B7E-8C5D-3DB63AF80CF4}" dt="2023-05-01T10:20:12.609" v="255" actId="20577"/>
          <ac:spMkLst>
            <pc:docMk/>
            <pc:sldMk cId="2199757250" sldId="280"/>
            <ac:spMk id="5" creationId="{00000000-0000-0000-0000-000000000000}"/>
          </ac:spMkLst>
        </pc:spChg>
        <pc:spChg chg="add">
          <ac:chgData name="mukul maheshwari" userId="12cb43e2ca5f0d2c" providerId="Windows Live" clId="Web-{D5BCA8AC-EDAF-4B7E-8C5D-3DB63AF80CF4}" dt="2023-05-01T10:15:59.304" v="207"/>
          <ac:spMkLst>
            <pc:docMk/>
            <pc:sldMk cId="2199757250" sldId="280"/>
            <ac:spMk id="10" creationId="{907EF6B7-1338-4443-8C46-6A318D952DFD}"/>
          </ac:spMkLst>
        </pc:spChg>
        <pc:spChg chg="add">
          <ac:chgData name="mukul maheshwari" userId="12cb43e2ca5f0d2c" providerId="Windows Live" clId="Web-{D5BCA8AC-EDAF-4B7E-8C5D-3DB63AF80CF4}" dt="2023-05-01T10:15:59.304" v="207"/>
          <ac:spMkLst>
            <pc:docMk/>
            <pc:sldMk cId="2199757250" sldId="280"/>
            <ac:spMk id="12" creationId="{DAAE4CDD-124C-4DCF-9584-B6033B545DD5}"/>
          </ac:spMkLst>
        </pc:spChg>
        <pc:spChg chg="add">
          <ac:chgData name="mukul maheshwari" userId="12cb43e2ca5f0d2c" providerId="Windows Live" clId="Web-{D5BCA8AC-EDAF-4B7E-8C5D-3DB63AF80CF4}" dt="2023-05-01T10:15:59.304" v="207"/>
          <ac:spMkLst>
            <pc:docMk/>
            <pc:sldMk cId="2199757250" sldId="280"/>
            <ac:spMk id="14" creationId="{081E4A58-353D-44AE-B2FC-2A74E2E400F7}"/>
          </ac:spMkLst>
        </pc:spChg>
      </pc:sldChg>
      <pc:sldChg chg="modSp add replId">
        <pc:chgData name="mukul maheshwari" userId="12cb43e2ca5f0d2c" providerId="Windows Live" clId="Web-{D5BCA8AC-EDAF-4B7E-8C5D-3DB63AF80CF4}" dt="2023-05-01T10:20:19.765" v="256" actId="20577"/>
        <pc:sldMkLst>
          <pc:docMk/>
          <pc:sldMk cId="2112328617" sldId="281"/>
        </pc:sldMkLst>
        <pc:spChg chg="mod">
          <ac:chgData name="mukul maheshwari" userId="12cb43e2ca5f0d2c" providerId="Windows Live" clId="Web-{D5BCA8AC-EDAF-4B7E-8C5D-3DB63AF80CF4}" dt="2023-05-01T10:17:59.464" v="234" actId="20577"/>
          <ac:spMkLst>
            <pc:docMk/>
            <pc:sldMk cId="2112328617" sldId="281"/>
            <ac:spMk id="4" creationId="{00000000-0000-0000-0000-000000000000}"/>
          </ac:spMkLst>
        </pc:spChg>
        <pc:spChg chg="mod">
          <ac:chgData name="mukul maheshwari" userId="12cb43e2ca5f0d2c" providerId="Windows Live" clId="Web-{D5BCA8AC-EDAF-4B7E-8C5D-3DB63AF80CF4}" dt="2023-05-01T10:20:19.765" v="256" actId="20577"/>
          <ac:spMkLst>
            <pc:docMk/>
            <pc:sldMk cId="2112328617" sldId="281"/>
            <ac:spMk id="5" creationId="{00000000-0000-0000-0000-000000000000}"/>
          </ac:spMkLst>
        </pc:spChg>
      </pc:sldChg>
      <pc:sldChg chg="modSp add replId">
        <pc:chgData name="mukul maheshwari" userId="12cb43e2ca5f0d2c" providerId="Windows Live" clId="Web-{D5BCA8AC-EDAF-4B7E-8C5D-3DB63AF80CF4}" dt="2023-05-01T10:21:45.971" v="288" actId="20577"/>
        <pc:sldMkLst>
          <pc:docMk/>
          <pc:sldMk cId="1342294345" sldId="282"/>
        </pc:sldMkLst>
        <pc:spChg chg="mod">
          <ac:chgData name="mukul maheshwari" userId="12cb43e2ca5f0d2c" providerId="Windows Live" clId="Web-{D5BCA8AC-EDAF-4B7E-8C5D-3DB63AF80CF4}" dt="2023-05-01T10:21:45.971" v="288" actId="20577"/>
          <ac:spMkLst>
            <pc:docMk/>
            <pc:sldMk cId="1342294345" sldId="282"/>
            <ac:spMk id="4" creationId="{00000000-0000-0000-0000-000000000000}"/>
          </ac:spMkLst>
        </pc:spChg>
        <pc:spChg chg="mod">
          <ac:chgData name="mukul maheshwari" userId="12cb43e2ca5f0d2c" providerId="Windows Live" clId="Web-{D5BCA8AC-EDAF-4B7E-8C5D-3DB63AF80CF4}" dt="2023-05-01T10:20:27.672" v="257" actId="20577"/>
          <ac:spMkLst>
            <pc:docMk/>
            <pc:sldMk cId="1342294345" sldId="282"/>
            <ac:spMk id="5" creationId="{00000000-0000-0000-0000-000000000000}"/>
          </ac:spMkLst>
        </pc:spChg>
      </pc:sldChg>
      <pc:sldChg chg="modSp add replId">
        <pc:chgData name="mukul maheshwari" userId="12cb43e2ca5f0d2c" providerId="Windows Live" clId="Web-{D5BCA8AC-EDAF-4B7E-8C5D-3DB63AF80CF4}" dt="2023-05-01T10:21:41.674" v="287" actId="20577"/>
        <pc:sldMkLst>
          <pc:docMk/>
          <pc:sldMk cId="3850706276" sldId="283"/>
        </pc:sldMkLst>
        <pc:spChg chg="mod">
          <ac:chgData name="mukul maheshwari" userId="12cb43e2ca5f0d2c" providerId="Windows Live" clId="Web-{D5BCA8AC-EDAF-4B7E-8C5D-3DB63AF80CF4}" dt="2023-05-01T10:21:41.674" v="287" actId="20577"/>
          <ac:spMkLst>
            <pc:docMk/>
            <pc:sldMk cId="3850706276" sldId="283"/>
            <ac:spMk id="4" creationId="{00000000-0000-0000-0000-000000000000}"/>
          </ac:spMkLst>
        </pc:spChg>
        <pc:spChg chg="mod">
          <ac:chgData name="mukul maheshwari" userId="12cb43e2ca5f0d2c" providerId="Windows Live" clId="Web-{D5BCA8AC-EDAF-4B7E-8C5D-3DB63AF80CF4}" dt="2023-05-01T10:21:38.143" v="286" actId="20577"/>
          <ac:spMkLst>
            <pc:docMk/>
            <pc:sldMk cId="3850706276" sldId="283"/>
            <ac:spMk id="5" creationId="{00000000-0000-0000-0000-000000000000}"/>
          </ac:spMkLst>
        </pc:spChg>
      </pc:sldChg>
      <pc:sldMasterChg chg="add addSldLayout">
        <pc:chgData name="mukul maheshwari" userId="12cb43e2ca5f0d2c" providerId="Windows Live" clId="Web-{D5BCA8AC-EDAF-4B7E-8C5D-3DB63AF80CF4}" dt="2023-05-01T10:14:20.004" v="171"/>
        <pc:sldMasterMkLst>
          <pc:docMk/>
          <pc:sldMasterMk cId="0" sldId="2147483648"/>
        </pc:sldMasterMkLst>
        <pc:sldLayoutChg chg="add">
          <pc:chgData name="mukul maheshwari" userId="12cb43e2ca5f0d2c" providerId="Windows Live" clId="Web-{D5BCA8AC-EDAF-4B7E-8C5D-3DB63AF80CF4}" dt="2023-05-01T10:14:20.004" v="171"/>
          <pc:sldLayoutMkLst>
            <pc:docMk/>
            <pc:sldMasterMk cId="0" sldId="2147483648"/>
            <pc:sldLayoutMk cId="0" sldId="2147483649"/>
          </pc:sldLayoutMkLst>
        </pc:sldLayoutChg>
        <pc:sldLayoutChg chg="add">
          <pc:chgData name="mukul maheshwari" userId="12cb43e2ca5f0d2c" providerId="Windows Live" clId="Web-{D5BCA8AC-EDAF-4B7E-8C5D-3DB63AF80CF4}" dt="2023-05-01T10:14:20.004" v="171"/>
          <pc:sldLayoutMkLst>
            <pc:docMk/>
            <pc:sldMasterMk cId="0" sldId="2147483648"/>
            <pc:sldLayoutMk cId="0" sldId="2147483650"/>
          </pc:sldLayoutMkLst>
        </pc:sldLayoutChg>
        <pc:sldLayoutChg chg="add">
          <pc:chgData name="mukul maheshwari" userId="12cb43e2ca5f0d2c" providerId="Windows Live" clId="Web-{D5BCA8AC-EDAF-4B7E-8C5D-3DB63AF80CF4}" dt="2023-05-01T10:14:20.004" v="171"/>
          <pc:sldLayoutMkLst>
            <pc:docMk/>
            <pc:sldMasterMk cId="0" sldId="2147483648"/>
            <pc:sldLayoutMk cId="0" sldId="2147483651"/>
          </pc:sldLayoutMkLst>
        </pc:sldLayoutChg>
        <pc:sldLayoutChg chg="add">
          <pc:chgData name="mukul maheshwari" userId="12cb43e2ca5f0d2c" providerId="Windows Live" clId="Web-{D5BCA8AC-EDAF-4B7E-8C5D-3DB63AF80CF4}" dt="2023-05-01T10:14:20.004" v="171"/>
          <pc:sldLayoutMkLst>
            <pc:docMk/>
            <pc:sldMasterMk cId="0" sldId="2147483648"/>
            <pc:sldLayoutMk cId="0" sldId="2147483652"/>
          </pc:sldLayoutMkLst>
        </pc:sldLayoutChg>
        <pc:sldLayoutChg chg="add">
          <pc:chgData name="mukul maheshwari" userId="12cb43e2ca5f0d2c" providerId="Windows Live" clId="Web-{D5BCA8AC-EDAF-4B7E-8C5D-3DB63AF80CF4}" dt="2023-05-01T10:14:20.004" v="171"/>
          <pc:sldLayoutMkLst>
            <pc:docMk/>
            <pc:sldMasterMk cId="0" sldId="2147483648"/>
            <pc:sldLayoutMk cId="0" sldId="2147483653"/>
          </pc:sldLayoutMkLst>
        </pc:sldLayoutChg>
        <pc:sldLayoutChg chg="add">
          <pc:chgData name="mukul maheshwari" userId="12cb43e2ca5f0d2c" providerId="Windows Live" clId="Web-{D5BCA8AC-EDAF-4B7E-8C5D-3DB63AF80CF4}" dt="2023-05-01T10:14:20.004" v="171"/>
          <pc:sldLayoutMkLst>
            <pc:docMk/>
            <pc:sldMasterMk cId="0" sldId="2147483648"/>
            <pc:sldLayoutMk cId="0" sldId="2147483654"/>
          </pc:sldLayoutMkLst>
        </pc:sldLayoutChg>
        <pc:sldLayoutChg chg="add">
          <pc:chgData name="mukul maheshwari" userId="12cb43e2ca5f0d2c" providerId="Windows Live" clId="Web-{D5BCA8AC-EDAF-4B7E-8C5D-3DB63AF80CF4}" dt="2023-05-01T10:14:20.004" v="171"/>
          <pc:sldLayoutMkLst>
            <pc:docMk/>
            <pc:sldMasterMk cId="0" sldId="2147483648"/>
            <pc:sldLayoutMk cId="0" sldId="2147483655"/>
          </pc:sldLayoutMkLst>
        </pc:sldLayoutChg>
        <pc:sldLayoutChg chg="add">
          <pc:chgData name="mukul maheshwari" userId="12cb43e2ca5f0d2c" providerId="Windows Live" clId="Web-{D5BCA8AC-EDAF-4B7E-8C5D-3DB63AF80CF4}" dt="2023-05-01T10:14:20.004" v="171"/>
          <pc:sldLayoutMkLst>
            <pc:docMk/>
            <pc:sldMasterMk cId="0" sldId="2147483648"/>
            <pc:sldLayoutMk cId="0" sldId="2147483656"/>
          </pc:sldLayoutMkLst>
        </pc:sldLayoutChg>
        <pc:sldLayoutChg chg="add">
          <pc:chgData name="mukul maheshwari" userId="12cb43e2ca5f0d2c" providerId="Windows Live" clId="Web-{D5BCA8AC-EDAF-4B7E-8C5D-3DB63AF80CF4}" dt="2023-05-01T10:14:20.004" v="171"/>
          <pc:sldLayoutMkLst>
            <pc:docMk/>
            <pc:sldMasterMk cId="0" sldId="2147483648"/>
            <pc:sldLayoutMk cId="0" sldId="2147483657"/>
          </pc:sldLayoutMkLst>
        </pc:sldLayoutChg>
        <pc:sldLayoutChg chg="add">
          <pc:chgData name="mukul maheshwari" userId="12cb43e2ca5f0d2c" providerId="Windows Live" clId="Web-{D5BCA8AC-EDAF-4B7E-8C5D-3DB63AF80CF4}" dt="2023-05-01T10:14:20.004" v="171"/>
          <pc:sldLayoutMkLst>
            <pc:docMk/>
            <pc:sldMasterMk cId="0" sldId="2147483648"/>
            <pc:sldLayoutMk cId="0" sldId="2147483658"/>
          </pc:sldLayoutMkLst>
        </pc:sldLayoutChg>
        <pc:sldLayoutChg chg="add">
          <pc:chgData name="mukul maheshwari" userId="12cb43e2ca5f0d2c" providerId="Windows Live" clId="Web-{D5BCA8AC-EDAF-4B7E-8C5D-3DB63AF80CF4}" dt="2023-05-01T10:14:20.004" v="171"/>
          <pc:sldLayoutMkLst>
            <pc:docMk/>
            <pc:sldMasterMk cId="0" sldId="2147483648"/>
            <pc:sldLayoutMk cId="0" sldId="2147483659"/>
          </pc:sldLayoutMkLst>
        </pc:sldLayoutChg>
      </pc:sldMasterChg>
    </pc:docChg>
  </pc:docChgLst>
  <pc:docChgLst>
    <pc:chgData name="mukul maheshwari" userId="12cb43e2ca5f0d2c" providerId="Windows Live" clId="Web-{8B957867-C17D-4F71-9A0F-92D8DD4F068B}"/>
    <pc:docChg chg="addSld delSld modSld sldOrd">
      <pc:chgData name="mukul maheshwari" userId="12cb43e2ca5f0d2c" providerId="Windows Live" clId="Web-{8B957867-C17D-4F71-9A0F-92D8DD4F068B}" dt="2023-05-01T09:52:26.919" v="227" actId="20577"/>
      <pc:docMkLst>
        <pc:docMk/>
      </pc:docMkLst>
      <pc:sldChg chg="del ord">
        <pc:chgData name="mukul maheshwari" userId="12cb43e2ca5f0d2c" providerId="Windows Live" clId="Web-{8B957867-C17D-4F71-9A0F-92D8DD4F068B}" dt="2023-05-01T09:41:30.925" v="135"/>
        <pc:sldMkLst>
          <pc:docMk/>
          <pc:sldMk cId="3415614948" sldId="265"/>
        </pc:sldMkLst>
      </pc:sldChg>
      <pc:sldChg chg="addSp delSp modSp">
        <pc:chgData name="mukul maheshwari" userId="12cb43e2ca5f0d2c" providerId="Windows Live" clId="Web-{8B957867-C17D-4F71-9A0F-92D8DD4F068B}" dt="2023-05-01T09:38:03.292" v="27"/>
        <pc:sldMkLst>
          <pc:docMk/>
          <pc:sldMk cId="1881574745" sldId="267"/>
        </pc:sldMkLst>
        <pc:spChg chg="mod">
          <ac:chgData name="mukul maheshwari" userId="12cb43e2ca5f0d2c" providerId="Windows Live" clId="Web-{8B957867-C17D-4F71-9A0F-92D8DD4F068B}" dt="2023-05-01T09:37:36.073" v="24"/>
          <ac:spMkLst>
            <pc:docMk/>
            <pc:sldMk cId="1881574745" sldId="267"/>
            <ac:spMk id="2" creationId="{C0E24C61-2B26-9A88-3CD7-F255D4FE34C7}"/>
          </ac:spMkLst>
        </pc:spChg>
        <pc:spChg chg="mod">
          <ac:chgData name="mukul maheshwari" userId="12cb43e2ca5f0d2c" providerId="Windows Live" clId="Web-{8B957867-C17D-4F71-9A0F-92D8DD4F068B}" dt="2023-05-01T09:38:03.292" v="27"/>
          <ac:spMkLst>
            <pc:docMk/>
            <pc:sldMk cId="1881574745" sldId="267"/>
            <ac:spMk id="3" creationId="{C5F2372E-8A92-D2EC-CDA6-6D5E61415D4D}"/>
          </ac:spMkLst>
        </pc:spChg>
        <pc:spChg chg="mod ord">
          <ac:chgData name="mukul maheshwari" userId="12cb43e2ca5f0d2c" providerId="Windows Live" clId="Web-{8B957867-C17D-4F71-9A0F-92D8DD4F068B}" dt="2023-05-01T09:37:36.073" v="24"/>
          <ac:spMkLst>
            <pc:docMk/>
            <pc:sldMk cId="1881574745" sldId="267"/>
            <ac:spMk id="4" creationId="{F1A85D9A-0B89-4B2C-B79F-0F7D4478D005}"/>
          </ac:spMkLst>
        </pc:spChg>
        <pc:spChg chg="del">
          <ac:chgData name="mukul maheshwari" userId="12cb43e2ca5f0d2c" providerId="Windows Live" clId="Web-{8B957867-C17D-4F71-9A0F-92D8DD4F068B}" dt="2023-05-01T09:37:36.073" v="24"/>
          <ac:spMkLst>
            <pc:docMk/>
            <pc:sldMk cId="1881574745" sldId="267"/>
            <ac:spMk id="9" creationId="{8651CFA9-6065-4243-AC48-858E359780B1}"/>
          </ac:spMkLst>
        </pc:spChg>
        <pc:spChg chg="del">
          <ac:chgData name="mukul maheshwari" userId="12cb43e2ca5f0d2c" providerId="Windows Live" clId="Web-{8B957867-C17D-4F71-9A0F-92D8DD4F068B}" dt="2023-05-01T09:37:36.073" v="24"/>
          <ac:spMkLst>
            <pc:docMk/>
            <pc:sldMk cId="1881574745" sldId="267"/>
            <ac:spMk id="11" creationId="{37962AE0-6A1C-4B76-9D52-10E5E6D7D3BB}"/>
          </ac:spMkLst>
        </pc:spChg>
        <pc:spChg chg="add">
          <ac:chgData name="mukul maheshwari" userId="12cb43e2ca5f0d2c" providerId="Windows Live" clId="Web-{8B957867-C17D-4F71-9A0F-92D8DD4F068B}" dt="2023-05-01T09:37:36.073" v="24"/>
          <ac:spMkLst>
            <pc:docMk/>
            <pc:sldMk cId="1881574745" sldId="267"/>
            <ac:spMk id="20" creationId="{4AB8125F-0FD8-48CD-9F43-73E5494EA774}"/>
          </ac:spMkLst>
        </pc:spChg>
        <pc:spChg chg="add">
          <ac:chgData name="mukul maheshwari" userId="12cb43e2ca5f0d2c" providerId="Windows Live" clId="Web-{8B957867-C17D-4F71-9A0F-92D8DD4F068B}" dt="2023-05-01T09:37:36.073" v="24"/>
          <ac:spMkLst>
            <pc:docMk/>
            <pc:sldMk cId="1881574745" sldId="267"/>
            <ac:spMk id="22" creationId="{0019DD6C-5899-4C07-864B-EB0A7D104ACF}"/>
          </ac:spMkLst>
        </pc:spChg>
        <pc:spChg chg="add">
          <ac:chgData name="mukul maheshwari" userId="12cb43e2ca5f0d2c" providerId="Windows Live" clId="Web-{8B957867-C17D-4F71-9A0F-92D8DD4F068B}" dt="2023-05-01T09:37:36.073" v="24"/>
          <ac:spMkLst>
            <pc:docMk/>
            <pc:sldMk cId="1881574745" sldId="267"/>
            <ac:spMk id="24" creationId="{EBDFFBC1-15BD-428E-B8AF-ECF5D1B76DEB}"/>
          </ac:spMkLst>
        </pc:spChg>
        <pc:spChg chg="add">
          <ac:chgData name="mukul maheshwari" userId="12cb43e2ca5f0d2c" providerId="Windows Live" clId="Web-{8B957867-C17D-4F71-9A0F-92D8DD4F068B}" dt="2023-05-01T09:37:36.073" v="24"/>
          <ac:spMkLst>
            <pc:docMk/>
            <pc:sldMk cId="1881574745" sldId="267"/>
            <ac:spMk id="26" creationId="{EBFB3075-0323-4EB0-B1A5-776A0E709CEF}"/>
          </ac:spMkLst>
        </pc:spChg>
        <pc:picChg chg="add mod">
          <ac:chgData name="mukul maheshwari" userId="12cb43e2ca5f0d2c" providerId="Windows Live" clId="Web-{8B957867-C17D-4F71-9A0F-92D8DD4F068B}" dt="2023-05-01T09:37:36.073" v="24"/>
          <ac:picMkLst>
            <pc:docMk/>
            <pc:sldMk cId="1881574745" sldId="267"/>
            <ac:picMk id="5" creationId="{6DD65267-8676-3D77-F96A-ACF935BA36C9}"/>
          </ac:picMkLst>
        </pc:picChg>
        <pc:picChg chg="del">
          <ac:chgData name="mukul maheshwari" userId="12cb43e2ca5f0d2c" providerId="Windows Live" clId="Web-{8B957867-C17D-4F71-9A0F-92D8DD4F068B}" dt="2023-05-01T09:37:36.073" v="24"/>
          <ac:picMkLst>
            <pc:docMk/>
            <pc:sldMk cId="1881574745" sldId="267"/>
            <ac:picMk id="13" creationId="{A72D06A1-BA08-4820-BBC8-B24DDB32A376}"/>
          </ac:picMkLst>
        </pc:picChg>
        <pc:picChg chg="del">
          <ac:chgData name="mukul maheshwari" userId="12cb43e2ca5f0d2c" providerId="Windows Live" clId="Web-{8B957867-C17D-4F71-9A0F-92D8DD4F068B}" dt="2023-05-01T09:37:36.073" v="24"/>
          <ac:picMkLst>
            <pc:docMk/>
            <pc:sldMk cId="1881574745" sldId="267"/>
            <ac:picMk id="15" creationId="{1295E665-0408-4072-94B3-49BA5ACBCBD3}"/>
          </ac:picMkLst>
        </pc:picChg>
      </pc:sldChg>
      <pc:sldChg chg="addSp delSp modSp add replId">
        <pc:chgData name="mukul maheshwari" userId="12cb43e2ca5f0d2c" providerId="Windows Live" clId="Web-{8B957867-C17D-4F71-9A0F-92D8DD4F068B}" dt="2023-05-01T09:41:05.971" v="132"/>
        <pc:sldMkLst>
          <pc:docMk/>
          <pc:sldMk cId="1273626359" sldId="268"/>
        </pc:sldMkLst>
        <pc:spChg chg="mod">
          <ac:chgData name="mukul maheshwari" userId="12cb43e2ca5f0d2c" providerId="Windows Live" clId="Web-{8B957867-C17D-4F71-9A0F-92D8DD4F068B}" dt="2023-05-01T09:40:48.189" v="129"/>
          <ac:spMkLst>
            <pc:docMk/>
            <pc:sldMk cId="1273626359" sldId="268"/>
            <ac:spMk id="2" creationId="{C0E24C61-2B26-9A88-3CD7-F255D4FE34C7}"/>
          </ac:spMkLst>
        </pc:spChg>
        <pc:spChg chg="mod">
          <ac:chgData name="mukul maheshwari" userId="12cb43e2ca5f0d2c" providerId="Windows Live" clId="Web-{8B957867-C17D-4F71-9A0F-92D8DD4F068B}" dt="2023-05-01T09:41:05.971" v="132"/>
          <ac:spMkLst>
            <pc:docMk/>
            <pc:sldMk cId="1273626359" sldId="268"/>
            <ac:spMk id="3" creationId="{C5F2372E-8A92-D2EC-CDA6-6D5E61415D4D}"/>
          </ac:spMkLst>
        </pc:spChg>
        <pc:spChg chg="mod">
          <ac:chgData name="mukul maheshwari" userId="12cb43e2ca5f0d2c" providerId="Windows Live" clId="Web-{8B957867-C17D-4F71-9A0F-92D8DD4F068B}" dt="2023-05-01T09:40:48.189" v="129"/>
          <ac:spMkLst>
            <pc:docMk/>
            <pc:sldMk cId="1273626359" sldId="268"/>
            <ac:spMk id="4" creationId="{F1A85D9A-0B89-4B2C-B79F-0F7D4478D005}"/>
          </ac:spMkLst>
        </pc:spChg>
        <pc:spChg chg="del">
          <ac:chgData name="mukul maheshwari" userId="12cb43e2ca5f0d2c" providerId="Windows Live" clId="Web-{8B957867-C17D-4F71-9A0F-92D8DD4F068B}" dt="2023-05-01T09:40:48.189" v="129"/>
          <ac:spMkLst>
            <pc:docMk/>
            <pc:sldMk cId="1273626359" sldId="268"/>
            <ac:spMk id="20" creationId="{4AB8125F-0FD8-48CD-9F43-73E5494EA774}"/>
          </ac:spMkLst>
        </pc:spChg>
        <pc:spChg chg="del">
          <ac:chgData name="mukul maheshwari" userId="12cb43e2ca5f0d2c" providerId="Windows Live" clId="Web-{8B957867-C17D-4F71-9A0F-92D8DD4F068B}" dt="2023-05-01T09:40:48.189" v="129"/>
          <ac:spMkLst>
            <pc:docMk/>
            <pc:sldMk cId="1273626359" sldId="268"/>
            <ac:spMk id="22" creationId="{0019DD6C-5899-4C07-864B-EB0A7D104ACF}"/>
          </ac:spMkLst>
        </pc:spChg>
        <pc:spChg chg="del">
          <ac:chgData name="mukul maheshwari" userId="12cb43e2ca5f0d2c" providerId="Windows Live" clId="Web-{8B957867-C17D-4F71-9A0F-92D8DD4F068B}" dt="2023-05-01T09:40:48.189" v="129"/>
          <ac:spMkLst>
            <pc:docMk/>
            <pc:sldMk cId="1273626359" sldId="268"/>
            <ac:spMk id="24" creationId="{EBDFFBC1-15BD-428E-B8AF-ECF5D1B76DEB}"/>
          </ac:spMkLst>
        </pc:spChg>
        <pc:spChg chg="del">
          <ac:chgData name="mukul maheshwari" userId="12cb43e2ca5f0d2c" providerId="Windows Live" clId="Web-{8B957867-C17D-4F71-9A0F-92D8DD4F068B}" dt="2023-05-01T09:40:48.189" v="129"/>
          <ac:spMkLst>
            <pc:docMk/>
            <pc:sldMk cId="1273626359" sldId="268"/>
            <ac:spMk id="26" creationId="{EBFB3075-0323-4EB0-B1A5-776A0E709CEF}"/>
          </ac:spMkLst>
        </pc:spChg>
        <pc:spChg chg="add">
          <ac:chgData name="mukul maheshwari" userId="12cb43e2ca5f0d2c" providerId="Windows Live" clId="Web-{8B957867-C17D-4F71-9A0F-92D8DD4F068B}" dt="2023-05-01T09:40:48.189" v="129"/>
          <ac:spMkLst>
            <pc:docMk/>
            <pc:sldMk cId="1273626359" sldId="268"/>
            <ac:spMk id="31" creationId="{8651CFA9-6065-4243-AC48-858E359780B1}"/>
          </ac:spMkLst>
        </pc:spChg>
        <pc:spChg chg="add">
          <ac:chgData name="mukul maheshwari" userId="12cb43e2ca5f0d2c" providerId="Windows Live" clId="Web-{8B957867-C17D-4F71-9A0F-92D8DD4F068B}" dt="2023-05-01T09:40:48.189" v="129"/>
          <ac:spMkLst>
            <pc:docMk/>
            <pc:sldMk cId="1273626359" sldId="268"/>
            <ac:spMk id="33" creationId="{37962AE0-6A1C-4B76-9D52-10E5E6D7D3BB}"/>
          </ac:spMkLst>
        </pc:spChg>
        <pc:picChg chg="del">
          <ac:chgData name="mukul maheshwari" userId="12cb43e2ca5f0d2c" providerId="Windows Live" clId="Web-{8B957867-C17D-4F71-9A0F-92D8DD4F068B}" dt="2023-05-01T09:38:41.325" v="44"/>
          <ac:picMkLst>
            <pc:docMk/>
            <pc:sldMk cId="1273626359" sldId="268"/>
            <ac:picMk id="5" creationId="{6DD65267-8676-3D77-F96A-ACF935BA36C9}"/>
          </ac:picMkLst>
        </pc:picChg>
        <pc:picChg chg="add">
          <ac:chgData name="mukul maheshwari" userId="12cb43e2ca5f0d2c" providerId="Windows Live" clId="Web-{8B957867-C17D-4F71-9A0F-92D8DD4F068B}" dt="2023-05-01T09:40:48.189" v="129"/>
          <ac:picMkLst>
            <pc:docMk/>
            <pc:sldMk cId="1273626359" sldId="268"/>
            <ac:picMk id="35" creationId="{A72D06A1-BA08-4820-BBC8-B24DDB32A376}"/>
          </ac:picMkLst>
        </pc:picChg>
        <pc:picChg chg="add">
          <ac:chgData name="mukul maheshwari" userId="12cb43e2ca5f0d2c" providerId="Windows Live" clId="Web-{8B957867-C17D-4F71-9A0F-92D8DD4F068B}" dt="2023-05-01T09:40:48.189" v="129"/>
          <ac:picMkLst>
            <pc:docMk/>
            <pc:sldMk cId="1273626359" sldId="268"/>
            <ac:picMk id="37" creationId="{1295E665-0408-4072-94B3-49BA5ACBCBD3}"/>
          </ac:picMkLst>
        </pc:picChg>
      </pc:sldChg>
      <pc:sldChg chg="add del replId">
        <pc:chgData name="mukul maheshwari" userId="12cb43e2ca5f0d2c" providerId="Windows Live" clId="Web-{8B957867-C17D-4F71-9A0F-92D8DD4F068B}" dt="2023-05-01T09:41:28.238" v="134"/>
        <pc:sldMkLst>
          <pc:docMk/>
          <pc:sldMk cId="2850922016" sldId="269"/>
        </pc:sldMkLst>
      </pc:sldChg>
      <pc:sldChg chg="modSp add replId">
        <pc:chgData name="mukul maheshwari" userId="12cb43e2ca5f0d2c" providerId="Windows Live" clId="Web-{8B957867-C17D-4F71-9A0F-92D8DD4F068B}" dt="2023-05-01T09:44:45.448" v="198" actId="14100"/>
        <pc:sldMkLst>
          <pc:docMk/>
          <pc:sldMk cId="1729047258" sldId="270"/>
        </pc:sldMkLst>
        <pc:spChg chg="mod">
          <ac:chgData name="mukul maheshwari" userId="12cb43e2ca5f0d2c" providerId="Windows Live" clId="Web-{8B957867-C17D-4F71-9A0F-92D8DD4F068B}" dt="2023-05-01T09:42:18.568" v="151" actId="20577"/>
          <ac:spMkLst>
            <pc:docMk/>
            <pc:sldMk cId="1729047258" sldId="270"/>
            <ac:spMk id="2" creationId="{C0E24C61-2B26-9A88-3CD7-F255D4FE34C7}"/>
          </ac:spMkLst>
        </pc:spChg>
        <pc:spChg chg="mod">
          <ac:chgData name="mukul maheshwari" userId="12cb43e2ca5f0d2c" providerId="Windows Live" clId="Web-{8B957867-C17D-4F71-9A0F-92D8DD4F068B}" dt="2023-05-01T09:44:45.448" v="198" actId="14100"/>
          <ac:spMkLst>
            <pc:docMk/>
            <pc:sldMk cId="1729047258" sldId="270"/>
            <ac:spMk id="3" creationId="{C5F2372E-8A92-D2EC-CDA6-6D5E61415D4D}"/>
          </ac:spMkLst>
        </pc:spChg>
      </pc:sldChg>
      <pc:sldChg chg="addSp delSp modSp add del replId">
        <pc:chgData name="mukul maheshwari" userId="12cb43e2ca5f0d2c" providerId="Windows Live" clId="Web-{8B957867-C17D-4F71-9A0F-92D8DD4F068B}" dt="2023-05-01T09:47:01.938" v="224"/>
        <pc:sldMkLst>
          <pc:docMk/>
          <pc:sldMk cId="647147624" sldId="271"/>
        </pc:sldMkLst>
        <pc:spChg chg="mod">
          <ac:chgData name="mukul maheshwari" userId="12cb43e2ca5f0d2c" providerId="Windows Live" clId="Web-{8B957867-C17D-4F71-9A0F-92D8DD4F068B}" dt="2023-05-01T09:46:11.202" v="207" actId="20577"/>
          <ac:spMkLst>
            <pc:docMk/>
            <pc:sldMk cId="647147624" sldId="271"/>
            <ac:spMk id="2" creationId="{C0E24C61-2B26-9A88-3CD7-F255D4FE34C7}"/>
          </ac:spMkLst>
        </pc:spChg>
        <pc:spChg chg="mod">
          <ac:chgData name="mukul maheshwari" userId="12cb43e2ca5f0d2c" providerId="Windows Live" clId="Web-{8B957867-C17D-4F71-9A0F-92D8DD4F068B}" dt="2023-05-01T09:46:42.953" v="220"/>
          <ac:spMkLst>
            <pc:docMk/>
            <pc:sldMk cId="647147624" sldId="271"/>
            <ac:spMk id="3" creationId="{C5F2372E-8A92-D2EC-CDA6-6D5E61415D4D}"/>
          </ac:spMkLst>
        </pc:spChg>
        <pc:spChg chg="add del">
          <ac:chgData name="mukul maheshwari" userId="12cb43e2ca5f0d2c" providerId="Windows Live" clId="Web-{8B957867-C17D-4F71-9A0F-92D8DD4F068B}" dt="2023-05-01T09:46:55.813" v="222"/>
          <ac:spMkLst>
            <pc:docMk/>
            <pc:sldMk cId="647147624" sldId="271"/>
            <ac:spMk id="6" creationId="{FE367062-238A-4B98-AAB1-60BB9183A33A}"/>
          </ac:spMkLst>
        </pc:spChg>
      </pc:sldChg>
      <pc:sldChg chg="modSp add replId">
        <pc:chgData name="mukul maheshwari" userId="12cb43e2ca5f0d2c" providerId="Windows Live" clId="Web-{8B957867-C17D-4F71-9A0F-92D8DD4F068B}" dt="2023-05-01T09:52:26.919" v="227" actId="20577"/>
        <pc:sldMkLst>
          <pc:docMk/>
          <pc:sldMk cId="200299827" sldId="272"/>
        </pc:sldMkLst>
        <pc:spChg chg="mod">
          <ac:chgData name="mukul maheshwari" userId="12cb43e2ca5f0d2c" providerId="Windows Live" clId="Web-{8B957867-C17D-4F71-9A0F-92D8DD4F068B}" dt="2023-05-01T09:52:26.919" v="227" actId="20577"/>
          <ac:spMkLst>
            <pc:docMk/>
            <pc:sldMk cId="200299827" sldId="272"/>
            <ac:spMk id="2" creationId="{C0E24C61-2B26-9A88-3CD7-F255D4FE34C7}"/>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F9204-3F29-4C3A-BA41-3063400202C4}"/>
              </a:ext>
            </a:extLst>
          </p:cNvPr>
          <p:cNvSpPr>
            <a:spLocks noGrp="1"/>
          </p:cNvSpPr>
          <p:nvPr>
            <p:ph type="ctrTitle"/>
          </p:nvPr>
        </p:nvSpPr>
        <p:spPr>
          <a:xfrm>
            <a:off x="1524000" y="1122363"/>
            <a:ext cx="9144000" cy="2387600"/>
          </a:xfrm>
        </p:spPr>
        <p:txBody>
          <a:bodyPr anchor="b"/>
          <a:lstStyle>
            <a:lvl1pPr algn="ctr">
              <a:defRPr sz="4400"/>
            </a:lvl1pPr>
          </a:lstStyle>
          <a:p>
            <a:r>
              <a:rPr lang="en-US" dirty="0"/>
              <a:t>Click to edit Master title style</a:t>
            </a:r>
          </a:p>
        </p:txBody>
      </p:sp>
      <p:sp>
        <p:nvSpPr>
          <p:cNvPr id="3" name="Subtitle 2">
            <a:extLst>
              <a:ext uri="{FF2B5EF4-FFF2-40B4-BE49-F238E27FC236}">
                <a16:creationId xmlns:a16="http://schemas.microsoft.com/office/drawing/2014/main" id="{203393CD-7262-4AC7-80E6-52FE6F3F39BA}"/>
              </a:ext>
            </a:extLst>
          </p:cNvPr>
          <p:cNvSpPr>
            <a:spLocks noGrp="1"/>
          </p:cNvSpPr>
          <p:nvPr>
            <p:ph type="subTitle" idx="1"/>
          </p:nvPr>
        </p:nvSpPr>
        <p:spPr>
          <a:xfrm>
            <a:off x="1524000" y="3602038"/>
            <a:ext cx="9144000" cy="1655762"/>
          </a:xfrm>
        </p:spPr>
        <p:txBody>
          <a:bodyPr/>
          <a:lstStyle>
            <a:lvl1pPr marL="0" indent="0" algn="ctr">
              <a:buNone/>
              <a:defRPr sz="20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D7D430AE-0210-4E82-AD7B-41B112DE7F7D}"/>
              </a:ext>
            </a:extLst>
          </p:cNvPr>
          <p:cNvSpPr>
            <a:spLocks noGrp="1"/>
          </p:cNvSpPr>
          <p:nvPr>
            <p:ph type="dt" sz="half" idx="10"/>
          </p:nvPr>
        </p:nvSpPr>
        <p:spPr/>
        <p:txBody>
          <a:bodyPr/>
          <a:lstStyle>
            <a:lvl1pPr>
              <a:defRPr>
                <a:latin typeface="+mn-lt"/>
              </a:defRPr>
            </a:lvl1pPr>
          </a:lstStyle>
          <a:p>
            <a:fld id="{11A6662E-FAF4-44BC-88B5-85A7CBFB6D30}" type="datetime1">
              <a:rPr lang="en-US" smtClean="0"/>
              <a:pPr/>
              <a:t>5/1/2023</a:t>
            </a:fld>
            <a:endParaRPr lang="en-US"/>
          </a:p>
        </p:txBody>
      </p:sp>
      <p:sp>
        <p:nvSpPr>
          <p:cNvPr id="5" name="Footer Placeholder 4">
            <a:extLst>
              <a:ext uri="{FF2B5EF4-FFF2-40B4-BE49-F238E27FC236}">
                <a16:creationId xmlns:a16="http://schemas.microsoft.com/office/drawing/2014/main" id="{0F221974-7DEC-459D-9642-CB5B59C82771}"/>
              </a:ext>
            </a:extLst>
          </p:cNvPr>
          <p:cNvSpPr>
            <a:spLocks noGrp="1"/>
          </p:cNvSpPr>
          <p:nvPr>
            <p:ph type="ftr" sz="quarter" idx="11"/>
          </p:nvPr>
        </p:nvSpPr>
        <p:spPr/>
        <p:txBody>
          <a:bodyPr/>
          <a:lstStyle>
            <a:lvl1pPr>
              <a:defRPr>
                <a:latin typeface="+mn-lt"/>
              </a:defRPr>
            </a:lvl1pPr>
          </a:lstStyle>
          <a:p>
            <a:endParaRPr lang="en-US"/>
          </a:p>
        </p:txBody>
      </p:sp>
      <p:sp>
        <p:nvSpPr>
          <p:cNvPr id="6" name="Slide Number Placeholder 5">
            <a:extLst>
              <a:ext uri="{FF2B5EF4-FFF2-40B4-BE49-F238E27FC236}">
                <a16:creationId xmlns:a16="http://schemas.microsoft.com/office/drawing/2014/main" id="{60731837-C94E-4B5B-BCF0-110C69EDB41C}"/>
              </a:ext>
            </a:extLst>
          </p:cNvPr>
          <p:cNvSpPr>
            <a:spLocks noGrp="1"/>
          </p:cNvSpPr>
          <p:nvPr>
            <p:ph type="sldNum" sz="quarter" idx="12"/>
          </p:nvPr>
        </p:nvSpPr>
        <p:spPr/>
        <p:txBody>
          <a:bodyPr/>
          <a:lstStyle>
            <a:lvl1pPr>
              <a:defRPr>
                <a:latin typeface="+mn-lt"/>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2366627358"/>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CC1FC-ADE8-488C-A1DA-2FD569FD4D09}"/>
              </a:ext>
            </a:extLst>
          </p:cNvPr>
          <p:cNvSpPr>
            <a:spLocks noGrp="1"/>
          </p:cNvSpPr>
          <p:nvPr>
            <p:ph type="title"/>
          </p:nvPr>
        </p:nvSpPr>
        <p:spPr>
          <a:xfrm>
            <a:off x="838200" y="365760"/>
            <a:ext cx="10515600" cy="1325563"/>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7F02842-38C3-46D6-8527-0F6FE623C511}"/>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E864CF5-F681-40C2-88CC-E02206C9CECB}"/>
              </a:ext>
            </a:extLst>
          </p:cNvPr>
          <p:cNvSpPr>
            <a:spLocks noGrp="1"/>
          </p:cNvSpPr>
          <p:nvPr>
            <p:ph type="dt" sz="half" idx="10"/>
          </p:nvPr>
        </p:nvSpPr>
        <p:spPr/>
        <p:txBody>
          <a:bodyPr/>
          <a:lstStyle/>
          <a:p>
            <a:fld id="{0055F08A-1E71-4B2B-BB49-E743F2903911}" type="datetime1">
              <a:rPr lang="en-US" smtClean="0"/>
              <a:t>5/1/2023</a:t>
            </a:fld>
            <a:endParaRPr lang="en-US" dirty="0"/>
          </a:p>
        </p:txBody>
      </p:sp>
      <p:sp>
        <p:nvSpPr>
          <p:cNvPr id="5" name="Footer Placeholder 4">
            <a:extLst>
              <a:ext uri="{FF2B5EF4-FFF2-40B4-BE49-F238E27FC236}">
                <a16:creationId xmlns:a16="http://schemas.microsoft.com/office/drawing/2014/main" id="{82C04753-4FE4-4A6F-99BB-CFFC92E0CD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A569D1-DB13-4BD9-8BA9-0DEAD98F893F}"/>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930398469"/>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20B05-7BF6-4073-9106-FA19E97273CB}"/>
              </a:ext>
            </a:extLst>
          </p:cNvPr>
          <p:cNvSpPr>
            <a:spLocks noGrp="1"/>
          </p:cNvSpPr>
          <p:nvPr>
            <p:ph type="title"/>
          </p:nvPr>
        </p:nvSpPr>
        <p:spPr>
          <a:xfrm>
            <a:off x="831850" y="1709738"/>
            <a:ext cx="10515600" cy="2852737"/>
          </a:xfrm>
        </p:spPr>
        <p:txBody>
          <a:bodyPr anchor="b"/>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E8EE8D7-6B58-4A3F-9DD5-E563D5192A68}"/>
              </a:ext>
            </a:extLst>
          </p:cNvPr>
          <p:cNvSpPr>
            <a:spLocks noGrp="1"/>
          </p:cNvSpPr>
          <p:nvPr>
            <p:ph type="body" idx="1"/>
          </p:nvPr>
        </p:nvSpPr>
        <p:spPr>
          <a:xfrm>
            <a:off x="831850" y="4589463"/>
            <a:ext cx="10515600"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02990E-9F0A-446A-B5B8-459CA8D98D92}"/>
              </a:ext>
            </a:extLst>
          </p:cNvPr>
          <p:cNvSpPr>
            <a:spLocks noGrp="1"/>
          </p:cNvSpPr>
          <p:nvPr>
            <p:ph type="dt" sz="half" idx="10"/>
          </p:nvPr>
        </p:nvSpPr>
        <p:spPr/>
        <p:txBody>
          <a:bodyPr/>
          <a:lstStyle/>
          <a:p>
            <a:fld id="{15417D9E-721A-44BB-8863-9873FE64DA75}" type="datetime1">
              <a:rPr lang="en-US" smtClean="0"/>
              <a:t>5/1/2023</a:t>
            </a:fld>
            <a:endParaRPr lang="en-US"/>
          </a:p>
        </p:txBody>
      </p:sp>
      <p:sp>
        <p:nvSpPr>
          <p:cNvPr id="5" name="Footer Placeholder 4">
            <a:extLst>
              <a:ext uri="{FF2B5EF4-FFF2-40B4-BE49-F238E27FC236}">
                <a16:creationId xmlns:a16="http://schemas.microsoft.com/office/drawing/2014/main" id="{89E68EAA-4377-45FF-9D7C-9E77BC9F27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07FA71-74C3-44B8-A0AC-E18A1E76B43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314983227"/>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71F12-2D88-4F76-AF46-BD5156C127A9}"/>
              </a:ext>
            </a:extLst>
          </p:cNvPr>
          <p:cNvSpPr>
            <a:spLocks noGrp="1"/>
          </p:cNvSpPr>
          <p:nvPr>
            <p:ph type="title"/>
          </p:nvPr>
        </p:nvSpPr>
        <p:spPr>
          <a:xfrm>
            <a:off x="838200" y="365760"/>
            <a:ext cx="1051560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6E1AA46-E3EB-4704-B019-F90F1E6177A5}"/>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5C17480F-A530-4D05-9A22-E573FB4BA62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5B56FDA-C47A-4F4A-A364-BA60A25AB90A}"/>
              </a:ext>
            </a:extLst>
          </p:cNvPr>
          <p:cNvSpPr>
            <a:spLocks noGrp="1"/>
          </p:cNvSpPr>
          <p:nvPr>
            <p:ph type="dt" sz="half" idx="10"/>
          </p:nvPr>
        </p:nvSpPr>
        <p:spPr/>
        <p:txBody>
          <a:bodyPr/>
          <a:lstStyle/>
          <a:p>
            <a:fld id="{5F31DA2F-80B8-49CF-99FB-5ABCA53A607A}" type="datetime1">
              <a:rPr lang="en-US" smtClean="0"/>
              <a:t>5/1/2023</a:t>
            </a:fld>
            <a:endParaRPr lang="en-US"/>
          </a:p>
        </p:txBody>
      </p:sp>
      <p:sp>
        <p:nvSpPr>
          <p:cNvPr id="6" name="Footer Placeholder 5">
            <a:extLst>
              <a:ext uri="{FF2B5EF4-FFF2-40B4-BE49-F238E27FC236}">
                <a16:creationId xmlns:a16="http://schemas.microsoft.com/office/drawing/2014/main" id="{7326D8DD-6D84-44D4-8A1B-57615B3ED8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C8FE31-B577-4017-8AFE-A8BA09596E9C}"/>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265461258"/>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C28C9-B8CC-413F-9FFA-626680E4A82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B53FE72-9D42-45F5-A37F-B12130388AD5}"/>
              </a:ext>
            </a:extLst>
          </p:cNvPr>
          <p:cNvSpPr>
            <a:spLocks noGrp="1"/>
          </p:cNvSpPr>
          <p:nvPr>
            <p:ph type="body" idx="1"/>
          </p:nvPr>
        </p:nvSpPr>
        <p:spPr>
          <a:xfrm>
            <a:off x="839788" y="1752600"/>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E3A31D-9B5F-4DE3-B18D-F7F77782EB46}"/>
              </a:ext>
            </a:extLst>
          </p:cNvPr>
          <p:cNvSpPr>
            <a:spLocks noGrp="1"/>
          </p:cNvSpPr>
          <p:nvPr>
            <p:ph sz="half" idx="2"/>
          </p:nvPr>
        </p:nvSpPr>
        <p:spPr>
          <a:xfrm>
            <a:off x="839788" y="2666999"/>
            <a:ext cx="5157787"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0BE1D2D-822C-466C-A7B9-1A2D97366A41}"/>
              </a:ext>
            </a:extLst>
          </p:cNvPr>
          <p:cNvSpPr>
            <a:spLocks noGrp="1"/>
          </p:cNvSpPr>
          <p:nvPr>
            <p:ph type="body" sz="quarter" idx="3"/>
          </p:nvPr>
        </p:nvSpPr>
        <p:spPr>
          <a:xfrm>
            <a:off x="6172200" y="1752600"/>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F13B2C-44CA-49C4-BC84-02AF1638F381}"/>
              </a:ext>
            </a:extLst>
          </p:cNvPr>
          <p:cNvSpPr>
            <a:spLocks noGrp="1"/>
          </p:cNvSpPr>
          <p:nvPr>
            <p:ph sz="quarter" idx="4"/>
          </p:nvPr>
        </p:nvSpPr>
        <p:spPr>
          <a:xfrm>
            <a:off x="6172200" y="2666999"/>
            <a:ext cx="5183188"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93CB55-E9C1-4CE6-9B61-81B71475B960}"/>
              </a:ext>
            </a:extLst>
          </p:cNvPr>
          <p:cNvSpPr>
            <a:spLocks noGrp="1"/>
          </p:cNvSpPr>
          <p:nvPr>
            <p:ph type="dt" sz="half" idx="10"/>
          </p:nvPr>
        </p:nvSpPr>
        <p:spPr/>
        <p:txBody>
          <a:bodyPr/>
          <a:lstStyle/>
          <a:p>
            <a:fld id="{28852172-E6C9-4B6C-929A-A9DE3837BBF1}" type="datetime1">
              <a:rPr lang="en-US" smtClean="0"/>
              <a:t>5/1/2023</a:t>
            </a:fld>
            <a:endParaRPr lang="en-US"/>
          </a:p>
        </p:txBody>
      </p:sp>
      <p:sp>
        <p:nvSpPr>
          <p:cNvPr id="8" name="Footer Placeholder 7">
            <a:extLst>
              <a:ext uri="{FF2B5EF4-FFF2-40B4-BE49-F238E27FC236}">
                <a16:creationId xmlns:a16="http://schemas.microsoft.com/office/drawing/2014/main" id="{0DF22318-747B-4EC9-862C-D9FD488CCCE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CFBDDDF-16BD-438D-937D-0E3E30E74E86}"/>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599859802"/>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92D5F-0BD4-4517-9233-E08AF405B6DE}"/>
              </a:ext>
            </a:extLst>
          </p:cNvPr>
          <p:cNvSpPr>
            <a:spLocks noGrp="1"/>
          </p:cNvSpPr>
          <p:nvPr>
            <p:ph type="title"/>
          </p:nvPr>
        </p:nvSpPr>
        <p:spPr>
          <a:xfrm>
            <a:off x="838200" y="365760"/>
            <a:ext cx="10515600" cy="1325563"/>
          </a:xfrm>
        </p:spPr>
        <p:txBody>
          <a:bodyPr/>
          <a:lstStyle/>
          <a:p>
            <a:r>
              <a:rPr lang="en-US"/>
              <a:t>Click to edit Master title style</a:t>
            </a:r>
          </a:p>
        </p:txBody>
      </p:sp>
      <p:sp>
        <p:nvSpPr>
          <p:cNvPr id="3" name="Date Placeholder 2">
            <a:extLst>
              <a:ext uri="{FF2B5EF4-FFF2-40B4-BE49-F238E27FC236}">
                <a16:creationId xmlns:a16="http://schemas.microsoft.com/office/drawing/2014/main" id="{B83523B8-51E3-48B8-BFD8-CE950619804E}"/>
              </a:ext>
            </a:extLst>
          </p:cNvPr>
          <p:cNvSpPr>
            <a:spLocks noGrp="1"/>
          </p:cNvSpPr>
          <p:nvPr>
            <p:ph type="dt" sz="half" idx="10"/>
          </p:nvPr>
        </p:nvSpPr>
        <p:spPr/>
        <p:txBody>
          <a:bodyPr/>
          <a:lstStyle/>
          <a:p>
            <a:fld id="{3AB41CFF-90C9-47B3-9DA1-F2BF8D839F7E}" type="datetime1">
              <a:rPr lang="en-US" smtClean="0"/>
              <a:t>5/1/2023</a:t>
            </a:fld>
            <a:endParaRPr lang="en-US"/>
          </a:p>
        </p:txBody>
      </p:sp>
      <p:sp>
        <p:nvSpPr>
          <p:cNvPr id="4" name="Footer Placeholder 3">
            <a:extLst>
              <a:ext uri="{FF2B5EF4-FFF2-40B4-BE49-F238E27FC236}">
                <a16:creationId xmlns:a16="http://schemas.microsoft.com/office/drawing/2014/main" id="{7D739B90-5D50-4424-B51D-53C39162186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16F9286-3A00-4D3C-A3F0-50AC9045C4E1}"/>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67524934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933BE2-665A-42DA-A3B7-835F81A3F46B}"/>
              </a:ext>
            </a:extLst>
          </p:cNvPr>
          <p:cNvSpPr>
            <a:spLocks noGrp="1"/>
          </p:cNvSpPr>
          <p:nvPr>
            <p:ph type="dt" sz="half" idx="10"/>
          </p:nvPr>
        </p:nvSpPr>
        <p:spPr/>
        <p:txBody>
          <a:bodyPr/>
          <a:lstStyle/>
          <a:p>
            <a:fld id="{F06048FA-06AB-4884-A69B-986B96E68A24}" type="datetime1">
              <a:rPr lang="en-US" smtClean="0"/>
              <a:t>5/1/2023</a:t>
            </a:fld>
            <a:endParaRPr lang="en-US"/>
          </a:p>
        </p:txBody>
      </p:sp>
      <p:sp>
        <p:nvSpPr>
          <p:cNvPr id="3" name="Footer Placeholder 2">
            <a:extLst>
              <a:ext uri="{FF2B5EF4-FFF2-40B4-BE49-F238E27FC236}">
                <a16:creationId xmlns:a16="http://schemas.microsoft.com/office/drawing/2014/main" id="{634DBCBD-AD42-432D-ABA9-20D616AF3ED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E140251-3596-4673-B24B-59A6F9ED8FB3}"/>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412837912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A81A1-6D8E-4DD6-8E49-DABDE6D107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693F18F-F78D-4A31-A6BC-6552105BCF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82C2F4-BDF4-4A4F-AA3D-52692932C2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13850F-5C87-4F08-9658-EAF049B60EB0}"/>
              </a:ext>
            </a:extLst>
          </p:cNvPr>
          <p:cNvSpPr>
            <a:spLocks noGrp="1"/>
          </p:cNvSpPr>
          <p:nvPr>
            <p:ph type="dt" sz="half" idx="10"/>
          </p:nvPr>
        </p:nvSpPr>
        <p:spPr/>
        <p:txBody>
          <a:bodyPr/>
          <a:lstStyle/>
          <a:p>
            <a:fld id="{50DB7ABA-0172-4F9C-889D-567164F66BCD}" type="datetime1">
              <a:rPr lang="en-US" smtClean="0"/>
              <a:t>5/1/2023</a:t>
            </a:fld>
            <a:endParaRPr lang="en-US"/>
          </a:p>
        </p:txBody>
      </p:sp>
      <p:sp>
        <p:nvSpPr>
          <p:cNvPr id="6" name="Footer Placeholder 5">
            <a:extLst>
              <a:ext uri="{FF2B5EF4-FFF2-40B4-BE49-F238E27FC236}">
                <a16:creationId xmlns:a16="http://schemas.microsoft.com/office/drawing/2014/main" id="{210BCE9A-A746-4439-B5D3-966FBC8E5F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1D3B51-AA2E-4AA1-8062-A0D476D80CCB}"/>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474957860"/>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02CF7-F453-4B3E-9510-D747979878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3E2A1B9-8A2A-4B49-8B79-76D3EEB36B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BD9FEA03-0EC4-4085-AE63-4AA492D61A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05AD5B-0DEA-4C6F-94D2-FAA99F2E5DA9}"/>
              </a:ext>
            </a:extLst>
          </p:cNvPr>
          <p:cNvSpPr>
            <a:spLocks noGrp="1"/>
          </p:cNvSpPr>
          <p:nvPr>
            <p:ph type="dt" sz="half" idx="10"/>
          </p:nvPr>
        </p:nvSpPr>
        <p:spPr/>
        <p:txBody>
          <a:bodyPr/>
          <a:lstStyle/>
          <a:p>
            <a:fld id="{78AC6A5B-8AE7-4A41-B5A7-9ADC6686DC18}" type="datetime1">
              <a:rPr lang="en-US" smtClean="0"/>
              <a:t>5/1/2023</a:t>
            </a:fld>
            <a:endParaRPr lang="en-US"/>
          </a:p>
        </p:txBody>
      </p:sp>
      <p:sp>
        <p:nvSpPr>
          <p:cNvPr id="6" name="Footer Placeholder 5">
            <a:extLst>
              <a:ext uri="{FF2B5EF4-FFF2-40B4-BE49-F238E27FC236}">
                <a16:creationId xmlns:a16="http://schemas.microsoft.com/office/drawing/2014/main" id="{F0DC6744-7CBA-4A1D-8F87-10699F9812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AD9048-35FF-4BE9-8157-BE4BAA1C7251}"/>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629515400"/>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ABDD2-E186-4F25-8FDE-D1E875E9C3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318CC5B-A7E0-48B1-8329-6533AC76E7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905B1B-77FE-4BFC-BF87-87DA989F0082}"/>
              </a:ext>
            </a:extLst>
          </p:cNvPr>
          <p:cNvSpPr>
            <a:spLocks noGrp="1"/>
          </p:cNvSpPr>
          <p:nvPr>
            <p:ph type="dt" sz="half" idx="10"/>
          </p:nvPr>
        </p:nvSpPr>
        <p:spPr/>
        <p:txBody>
          <a:bodyPr/>
          <a:lstStyle/>
          <a:p>
            <a:fld id="{4C559632-1575-4E14-B53B-3DC3D5ED3947}" type="datetime1">
              <a:rPr lang="en-US" smtClean="0"/>
              <a:t>5/1/2023</a:t>
            </a:fld>
            <a:endParaRPr lang="en-US"/>
          </a:p>
        </p:txBody>
      </p:sp>
      <p:sp>
        <p:nvSpPr>
          <p:cNvPr id="5" name="Footer Placeholder 4">
            <a:extLst>
              <a:ext uri="{FF2B5EF4-FFF2-40B4-BE49-F238E27FC236}">
                <a16:creationId xmlns:a16="http://schemas.microsoft.com/office/drawing/2014/main" id="{3118531E-1B90-4631-BD37-4BB1DBFABF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8A55E8-88DC-4280-8E04-FF50FF8EDB5A}"/>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65537509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60633D-90E4-4F5A-9EBF-DDEC2B0B471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DD3065-FA3D-42C8-BFDA-967C87F4F2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DC126F-38E2-4425-861F-98ED432284BA}"/>
              </a:ext>
            </a:extLst>
          </p:cNvPr>
          <p:cNvSpPr>
            <a:spLocks noGrp="1"/>
          </p:cNvSpPr>
          <p:nvPr>
            <p:ph type="dt" sz="half" idx="10"/>
          </p:nvPr>
        </p:nvSpPr>
        <p:spPr/>
        <p:txBody>
          <a:bodyPr/>
          <a:lstStyle/>
          <a:p>
            <a:fld id="{CC4A6868-2568-4CC9-B302-F37117B01A6E}" type="datetime1">
              <a:rPr lang="en-US" smtClean="0"/>
              <a:t>5/1/2023</a:t>
            </a:fld>
            <a:endParaRPr lang="en-US"/>
          </a:p>
        </p:txBody>
      </p:sp>
      <p:sp>
        <p:nvSpPr>
          <p:cNvPr id="5" name="Footer Placeholder 4">
            <a:extLst>
              <a:ext uri="{FF2B5EF4-FFF2-40B4-BE49-F238E27FC236}">
                <a16:creationId xmlns:a16="http://schemas.microsoft.com/office/drawing/2014/main" id="{CA9645D8-F22A-4354-A8B3-96E8A2D232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9E2295-A616-4D57-8800-7B7E213A8CC8}"/>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733347050"/>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4B5DD10-44FD-458B-BE03-250202446568}" type="datetimeFigureOut">
              <a:rPr lang="en-US" smtClean="0"/>
              <a:t>5/1/2023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BA5363-CDB3-4499-8526-96348E7765C7}"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4B5DD10-44FD-458B-BE03-250202446568}" type="datetimeFigureOut">
              <a:rPr lang="en-US" smtClean="0"/>
              <a:t>5/1/2023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BA5363-CDB3-4499-8526-96348E7765C7}"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4B5DD10-44FD-458B-BE03-250202446568}" type="datetimeFigureOut">
              <a:rPr lang="en-US" smtClean="0"/>
              <a:t>5/1/2023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BA5363-CDB3-4499-8526-96348E7765C7}"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4B5DD10-44FD-458B-BE03-250202446568}" type="datetimeFigureOut">
              <a:rPr lang="en-US" smtClean="0"/>
              <a:t>5/1/2023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5BA5363-CDB3-4499-8526-96348E7765C7}"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4B5DD10-44FD-458B-BE03-250202446568}" type="datetimeFigureOut">
              <a:rPr lang="en-US" smtClean="0"/>
              <a:t>5/1/2023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5BA5363-CDB3-4499-8526-96348E7765C7}"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4B5DD10-44FD-458B-BE03-250202446568}" type="datetimeFigureOut">
              <a:rPr lang="en-US" smtClean="0"/>
              <a:t>5/1/2023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5BA5363-CDB3-4499-8526-96348E7765C7}"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B5DD10-44FD-458B-BE03-250202446568}" type="datetimeFigureOut">
              <a:rPr lang="en-US" smtClean="0"/>
              <a:t>5/1/2023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5BA5363-CDB3-4499-8526-96348E7765C7}"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4B5DD10-44FD-458B-BE03-250202446568}" type="datetimeFigureOut">
              <a:rPr lang="en-US" smtClean="0"/>
              <a:t>5/1/2023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5BA5363-CDB3-4499-8526-96348E7765C7}" type="slidenum">
              <a:rPr lang="en-US" smtClean="0"/>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4B5DD10-44FD-458B-BE03-250202446568}" type="datetimeFigureOut">
              <a:rPr lang="en-US" smtClean="0"/>
              <a:t>5/1/2023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5BA5363-CDB3-4499-8526-96348E7765C7}"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4B5DD10-44FD-458B-BE03-250202446568}" type="datetimeFigureOut">
              <a:rPr lang="en-US" smtClean="0"/>
              <a:t>5/1/2023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BA5363-CDB3-4499-8526-96348E7765C7}" type="slidenum">
              <a:rPr lang="en-US" smtClean="0"/>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4B5DD10-44FD-458B-BE03-250202446568}" type="datetimeFigureOut">
              <a:rPr lang="en-US" smtClean="0"/>
              <a:t>5/1/2023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BA5363-CDB3-4499-8526-96348E7765C7}"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0" name="Picture 39">
            <a:extLst>
              <a:ext uri="{FF2B5EF4-FFF2-40B4-BE49-F238E27FC236}">
                <a16:creationId xmlns:a16="http://schemas.microsoft.com/office/drawing/2014/main" id="{1CB7E8AE-A3AC-4BB7-A5C6-F00EC697B265}"/>
              </a:ext>
            </a:extLst>
          </p:cNvPr>
          <p:cNvPicPr>
            <a:picLocks noChangeAspect="1"/>
          </p:cNvPicPr>
          <p:nvPr/>
        </p:nvPicPr>
        <p:blipFill>
          <a:blip r:embed="rId13">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p:nvSpPr>
          <p:cNvPr id="2" name="Title Placeholder 1">
            <a:extLst>
              <a:ext uri="{FF2B5EF4-FFF2-40B4-BE49-F238E27FC236}">
                <a16:creationId xmlns:a16="http://schemas.microsoft.com/office/drawing/2014/main" id="{E9984D45-0ED3-4D03-8E44-5E355C9134F1}"/>
              </a:ext>
            </a:extLst>
          </p:cNvPr>
          <p:cNvSpPr>
            <a:spLocks noGrp="1"/>
          </p:cNvSpPr>
          <p:nvPr>
            <p:ph type="title"/>
          </p:nvPr>
        </p:nvSpPr>
        <p:spPr>
          <a:xfrm>
            <a:off x="838200" y="425450"/>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1F687D6E-D1E9-489C-9AA9-3575C39BAA0B}"/>
              </a:ext>
            </a:extLst>
          </p:cNvPr>
          <p:cNvSpPr>
            <a:spLocks noGrp="1"/>
          </p:cNvSpPr>
          <p:nvPr>
            <p:ph type="body" idx="1"/>
          </p:nvPr>
        </p:nvSpPr>
        <p:spPr>
          <a:xfrm>
            <a:off x="838200" y="1949450"/>
            <a:ext cx="10515600" cy="41957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6364E9C-08EE-4B1B-B3FC-D6D997F4EA38}"/>
              </a:ext>
            </a:extLst>
          </p:cNvPr>
          <p:cNvSpPr>
            <a:spLocks noGrp="1"/>
          </p:cNvSpPr>
          <p:nvPr>
            <p:ph type="dt" sz="half" idx="2"/>
          </p:nvPr>
        </p:nvSpPr>
        <p:spPr>
          <a:xfrm>
            <a:off x="838200" y="6324600"/>
            <a:ext cx="2743200" cy="365125"/>
          </a:xfrm>
          <a:prstGeom prst="rect">
            <a:avLst/>
          </a:prstGeom>
        </p:spPr>
        <p:txBody>
          <a:bodyPr vert="horz" lIns="91440" tIns="45720" rIns="91440" bIns="45720" rtlCol="0" anchor="ctr"/>
          <a:lstStyle>
            <a:lvl1pPr algn="l">
              <a:defRPr sz="900">
                <a:solidFill>
                  <a:schemeClr val="bg1">
                    <a:alpha val="60000"/>
                  </a:schemeClr>
                </a:solidFill>
                <a:latin typeface="+mn-lt"/>
              </a:defRPr>
            </a:lvl1pPr>
          </a:lstStyle>
          <a:p>
            <a:fld id="{57E0CF6C-748E-4B7A-BC8B-3011EF78ED13}" type="datetime1">
              <a:rPr lang="en-US" smtClean="0"/>
              <a:pPr/>
              <a:t>5/1/2023</a:t>
            </a:fld>
            <a:endParaRPr lang="en-US" dirty="0"/>
          </a:p>
        </p:txBody>
      </p:sp>
      <p:sp>
        <p:nvSpPr>
          <p:cNvPr id="5" name="Footer Placeholder 4">
            <a:extLst>
              <a:ext uri="{FF2B5EF4-FFF2-40B4-BE49-F238E27FC236}">
                <a16:creationId xmlns:a16="http://schemas.microsoft.com/office/drawing/2014/main" id="{BAB0A1F1-38FE-4C27-81E6-A43A54793FC3}"/>
              </a:ext>
            </a:extLst>
          </p:cNvPr>
          <p:cNvSpPr>
            <a:spLocks noGrp="1"/>
          </p:cNvSpPr>
          <p:nvPr>
            <p:ph type="ftr" sz="quarter" idx="3"/>
          </p:nvPr>
        </p:nvSpPr>
        <p:spPr>
          <a:xfrm>
            <a:off x="4038600" y="6324600"/>
            <a:ext cx="4114800" cy="365125"/>
          </a:xfrm>
          <a:prstGeom prst="rect">
            <a:avLst/>
          </a:prstGeom>
        </p:spPr>
        <p:txBody>
          <a:bodyPr vert="horz" lIns="91440" tIns="45720" rIns="91440" bIns="45720" rtlCol="0" anchor="ctr"/>
          <a:lstStyle>
            <a:lvl1pPr algn="ctr">
              <a:defRPr sz="900">
                <a:solidFill>
                  <a:schemeClr val="bg1">
                    <a:alpha val="60000"/>
                  </a:schemeClr>
                </a:solidFill>
                <a:latin typeface="+mn-lt"/>
              </a:defRPr>
            </a:lvl1pPr>
          </a:lstStyle>
          <a:p>
            <a:endParaRPr lang="en-US" dirty="0"/>
          </a:p>
        </p:txBody>
      </p:sp>
      <p:sp>
        <p:nvSpPr>
          <p:cNvPr id="6" name="Slide Number Placeholder 5">
            <a:extLst>
              <a:ext uri="{FF2B5EF4-FFF2-40B4-BE49-F238E27FC236}">
                <a16:creationId xmlns:a16="http://schemas.microsoft.com/office/drawing/2014/main" id="{5E26B39A-FFD8-42EF-ADC7-7DB3B302F8B2}"/>
              </a:ext>
            </a:extLst>
          </p:cNvPr>
          <p:cNvSpPr>
            <a:spLocks noGrp="1"/>
          </p:cNvSpPr>
          <p:nvPr>
            <p:ph type="sldNum" sz="quarter" idx="4"/>
          </p:nvPr>
        </p:nvSpPr>
        <p:spPr>
          <a:xfrm>
            <a:off x="8610600" y="6324600"/>
            <a:ext cx="2743200" cy="365125"/>
          </a:xfrm>
          <a:prstGeom prst="rect">
            <a:avLst/>
          </a:prstGeom>
        </p:spPr>
        <p:txBody>
          <a:bodyPr vert="horz" lIns="91440" tIns="45720" rIns="91440" bIns="45720" rtlCol="0" anchor="ctr"/>
          <a:lstStyle>
            <a:lvl1pPr algn="r">
              <a:defRPr sz="900">
                <a:solidFill>
                  <a:schemeClr val="bg1">
                    <a:alpha val="60000"/>
                  </a:schemeClr>
                </a:solidFill>
                <a:latin typeface="+mn-lt"/>
              </a:defRPr>
            </a:lvl1p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3708437435"/>
      </p:ext>
    </p:extLst>
  </p:cSld>
  <p:clrMap bg1="lt1" tx1="dk1" bg2="lt2" tx2="dk2" accent1="accent1" accent2="accent2" accent3="accent3" accent4="accent4" accent5="accent5" accent6="accent6" hlink="hlink" folHlink="folHlink"/>
  <p:sldLayoutIdLst>
    <p:sldLayoutId id="2147483749" r:id="rId1"/>
    <p:sldLayoutId id="2147483739" r:id="rId2"/>
    <p:sldLayoutId id="2147483740" r:id="rId3"/>
    <p:sldLayoutId id="2147483741" r:id="rId4"/>
    <p:sldLayoutId id="2147483742" r:id="rId5"/>
    <p:sldLayoutId id="2147483743" r:id="rId6"/>
    <p:sldLayoutId id="2147483744" r:id="rId7"/>
    <p:sldLayoutId id="2147483748" r:id="rId8"/>
    <p:sldLayoutId id="2147483745" r:id="rId9"/>
    <p:sldLayoutId id="2147483746" r:id="rId10"/>
    <p:sldLayoutId id="2147483747" r:id="rId11"/>
  </p:sldLayoutIdLst>
  <p:hf hdr="0" ftr="0" dt="0"/>
  <p:txStyles>
    <p:titleStyle>
      <a:lvl1pPr algn="l" defTabSz="914400" rtl="0" eaLnBrk="1" latinLnBrk="0" hangingPunct="1">
        <a:lnSpc>
          <a:spcPct val="100000"/>
        </a:lnSpc>
        <a:spcBef>
          <a:spcPct val="0"/>
        </a:spcBef>
        <a:buNone/>
        <a:defRPr sz="4400" b="1" kern="1200">
          <a:solidFill>
            <a:schemeClr val="bg1"/>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1"/>
        </a:buClr>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110000"/>
        </a:lnSpc>
        <a:spcBef>
          <a:spcPts val="500"/>
        </a:spcBef>
        <a:buClr>
          <a:schemeClr val="accent1"/>
        </a:buClr>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11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B5DD10-44FD-458B-BE03-250202446568}" type="datetimeFigureOut">
              <a:rPr lang="en-US" smtClean="0"/>
              <a:t>5/1/2023</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BA5363-CDB3-4499-8526-96348E7765C7}"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644DE9-8D09-43E2-BA69-F57482CFC9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6C23C919-B32E-40FF-B3D8-631316E84E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3" name="Rectangle 12">
            <a:extLst>
              <a:ext uri="{FF2B5EF4-FFF2-40B4-BE49-F238E27FC236}">
                <a16:creationId xmlns:a16="http://schemas.microsoft.com/office/drawing/2014/main" id="{61B17B84-F8A7-4053-9C9D-91E3CA7FFE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0"/>
            <a:ext cx="12188951" cy="6858000"/>
          </a:xfrm>
          <a:prstGeom prst="rect">
            <a:avLst/>
          </a:prstGeom>
          <a:blipFill dpi="0" rotWithShape="1">
            <a:blip r:embed="rId2">
              <a:alphaModFix amt="30000"/>
              <a:lum bright="70000" contrast="-70000"/>
            </a:blip>
            <a:srcRect/>
            <a:tile tx="889000" ty="0" sx="100000" sy="100000" flip="xy" algn="t"/>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B0236AD8-3145-0401-88E1-DE8BDC281EB8}"/>
              </a:ext>
            </a:extLst>
          </p:cNvPr>
          <p:cNvPicPr>
            <a:picLocks noChangeAspect="1"/>
          </p:cNvPicPr>
          <p:nvPr/>
        </p:nvPicPr>
        <p:blipFill rotWithShape="1">
          <a:blip r:embed="rId3">
            <a:alphaModFix amt="70000"/>
          </a:blip>
          <a:srcRect r="6" b="6266"/>
          <a:stretch/>
        </p:blipFill>
        <p:spPr>
          <a:xfrm>
            <a:off x="20" y="10"/>
            <a:ext cx="12188932" cy="6856614"/>
          </a:xfrm>
          <a:prstGeom prst="rect">
            <a:avLst/>
          </a:prstGeom>
        </p:spPr>
      </p:pic>
      <p:sp>
        <p:nvSpPr>
          <p:cNvPr id="2" name="Title 1"/>
          <p:cNvSpPr>
            <a:spLocks noGrp="1"/>
          </p:cNvSpPr>
          <p:nvPr>
            <p:ph type="ctrTitle"/>
          </p:nvPr>
        </p:nvSpPr>
        <p:spPr>
          <a:xfrm>
            <a:off x="838200" y="740211"/>
            <a:ext cx="7530685" cy="3163864"/>
          </a:xfrm>
        </p:spPr>
        <p:txBody>
          <a:bodyPr>
            <a:normAutofit/>
          </a:bodyPr>
          <a:lstStyle/>
          <a:p>
            <a:pPr algn="l"/>
            <a:r>
              <a:rPr lang="en-US" sz="5200" dirty="0">
                <a:solidFill>
                  <a:srgbClr val="FFFFFF"/>
                </a:solidFill>
                <a:latin typeface="Arial"/>
                <a:cs typeface="Calibri Light"/>
              </a:rPr>
              <a:t>Epidemiological methods</a:t>
            </a:r>
            <a:endParaRPr lang="en-US" sz="5200" dirty="0">
              <a:solidFill>
                <a:srgbClr val="FFFFFF"/>
              </a:solidFill>
              <a:latin typeface="Arial"/>
              <a:cs typeface="Arial"/>
            </a:endParaRPr>
          </a:p>
        </p:txBody>
      </p:sp>
      <p:sp>
        <p:nvSpPr>
          <p:cNvPr id="3" name="Subtitle 2"/>
          <p:cNvSpPr>
            <a:spLocks noGrp="1"/>
          </p:cNvSpPr>
          <p:nvPr>
            <p:ph type="subTitle" idx="1"/>
          </p:nvPr>
        </p:nvSpPr>
        <p:spPr>
          <a:xfrm>
            <a:off x="838200" y="4074515"/>
            <a:ext cx="7583133" cy="1279124"/>
          </a:xfrm>
        </p:spPr>
        <p:txBody>
          <a:bodyPr>
            <a:normAutofit/>
          </a:bodyPr>
          <a:lstStyle/>
          <a:p>
            <a:pPr algn="l"/>
            <a:endParaRPr lang="en-US" sz="2200">
              <a:solidFill>
                <a:srgbClr val="FFFFFF"/>
              </a:solidFill>
            </a:endParaRPr>
          </a:p>
        </p:txBody>
      </p:sp>
      <p:sp>
        <p:nvSpPr>
          <p:cNvPr id="5" name="Slide Number Placeholder 4">
            <a:extLst>
              <a:ext uri="{FF2B5EF4-FFF2-40B4-BE49-F238E27FC236}">
                <a16:creationId xmlns:a16="http://schemas.microsoft.com/office/drawing/2014/main" id="{1785FA90-A148-0443-F954-8A1BA301BE96}"/>
              </a:ext>
            </a:extLst>
          </p:cNvPr>
          <p:cNvSpPr>
            <a:spLocks noGrp="1"/>
          </p:cNvSpPr>
          <p:nvPr>
            <p:ph type="sldNum" sz="quarter" idx="12"/>
          </p:nvPr>
        </p:nvSpPr>
        <p:spPr/>
        <p:txBody>
          <a:bodyPr/>
          <a:lstStyle/>
          <a:p>
            <a:fld id="{73B850FF-6169-4056-8077-06FFA93A5366}" type="slidenum">
              <a:rPr lang="en-US" smtClean="0"/>
              <a:pPr/>
              <a:t>1</a:t>
            </a:fld>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12" name="Picture 11">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4" name="Rectangle 13">
            <a:extLst>
              <a:ext uri="{FF2B5EF4-FFF2-40B4-BE49-F238E27FC236}">
                <a16:creationId xmlns:a16="http://schemas.microsoft.com/office/drawing/2014/main" id="{37FDDF72-DE39-4F99-A3C1-DD9D7815D7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6" name="Rectangle 15">
            <a:extLst>
              <a:ext uri="{FF2B5EF4-FFF2-40B4-BE49-F238E27FC236}">
                <a16:creationId xmlns:a16="http://schemas.microsoft.com/office/drawing/2014/main" id="{5E4ECE80-3AD1-450C-B62A-98788F1939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5" name="Picture 5">
            <a:extLst>
              <a:ext uri="{FF2B5EF4-FFF2-40B4-BE49-F238E27FC236}">
                <a16:creationId xmlns:a16="http://schemas.microsoft.com/office/drawing/2014/main" id="{F3280565-B52B-8DB4-D8B5-B841C49B25D1}"/>
              </a:ext>
            </a:extLst>
          </p:cNvPr>
          <p:cNvPicPr>
            <a:picLocks noGrp="1" noChangeAspect="1"/>
          </p:cNvPicPr>
          <p:nvPr>
            <p:ph idx="1"/>
          </p:nvPr>
        </p:nvPicPr>
        <p:blipFill rotWithShape="1">
          <a:blip r:embed="rId3">
            <a:alphaModFix/>
          </a:blip>
          <a:srcRect t="4657" r="-1" b="-1"/>
          <a:stretch/>
        </p:blipFill>
        <p:spPr>
          <a:xfrm>
            <a:off x="-2988" y="10"/>
            <a:ext cx="12188952" cy="6856614"/>
          </a:xfrm>
          <a:prstGeom prst="rect">
            <a:avLst/>
          </a:prstGeom>
        </p:spPr>
      </p:pic>
      <p:sp>
        <p:nvSpPr>
          <p:cNvPr id="4" name="Slide Number Placeholder 3">
            <a:extLst>
              <a:ext uri="{FF2B5EF4-FFF2-40B4-BE49-F238E27FC236}">
                <a16:creationId xmlns:a16="http://schemas.microsoft.com/office/drawing/2014/main" id="{3D138630-6275-765C-17C1-A764750F6EC9}"/>
              </a:ext>
            </a:extLst>
          </p:cNvPr>
          <p:cNvSpPr>
            <a:spLocks noGrp="1"/>
          </p:cNvSpPr>
          <p:nvPr>
            <p:ph type="sldNum" sz="quarter" idx="12"/>
          </p:nvPr>
        </p:nvSpPr>
        <p:spPr>
          <a:xfrm>
            <a:off x="8610600" y="6324600"/>
            <a:ext cx="2743200" cy="365125"/>
          </a:xfrm>
        </p:spPr>
        <p:txBody>
          <a:bodyPr vert="horz" lIns="91440" tIns="45720" rIns="91440" bIns="45720" rtlCol="0" anchor="ctr">
            <a:normAutofit/>
          </a:bodyPr>
          <a:lstStyle/>
          <a:p>
            <a:pPr>
              <a:spcAft>
                <a:spcPts val="600"/>
              </a:spcAft>
            </a:pPr>
            <a:fld id="{73B850FF-6169-4056-8077-06FFA93A5366}" type="slidenum">
              <a:rPr lang="en-US">
                <a:solidFill>
                  <a:srgbClr val="FFFFFF"/>
                </a:solidFill>
              </a:rPr>
              <a:pPr>
                <a:spcAft>
                  <a:spcPts val="600"/>
                </a:spcAft>
              </a:pPr>
              <a:t>2</a:t>
            </a:fld>
            <a:endParaRPr lang="en-US">
              <a:solidFill>
                <a:srgbClr val="FFFFFF"/>
              </a:solidFill>
            </a:endParaRPr>
          </a:p>
        </p:txBody>
      </p:sp>
    </p:spTree>
    <p:extLst>
      <p:ext uri="{BB962C8B-B14F-4D97-AF65-F5344CB8AC3E}">
        <p14:creationId xmlns:p14="http://schemas.microsoft.com/office/powerpoint/2010/main" val="6981358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p:cNvSpPr>
            <a:spLocks noGrp="1"/>
          </p:cNvSpPr>
          <p:nvPr>
            <p:ph type="title"/>
          </p:nvPr>
        </p:nvSpPr>
        <p:spPr>
          <a:xfrm>
            <a:off x="686834" y="1153572"/>
            <a:ext cx="3200400" cy="4461163"/>
          </a:xfrm>
        </p:spPr>
        <p:txBody>
          <a:bodyPr>
            <a:normAutofit/>
          </a:bodyPr>
          <a:lstStyle/>
          <a:p>
            <a:r>
              <a:rPr lang="en-US" dirty="0">
                <a:solidFill>
                  <a:srgbClr val="FFFFFF"/>
                </a:solidFill>
                <a:cs typeface="Calibri"/>
              </a:rPr>
              <a:t>MCQ - 1</a:t>
            </a:r>
            <a:endParaRPr lang="en-US" dirty="0">
              <a:solidFill>
                <a:srgbClr val="FFFFFF"/>
              </a:solidFill>
            </a:endParaRP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Content Placeholder 4"/>
          <p:cNvSpPr>
            <a:spLocks noGrp="1"/>
          </p:cNvSpPr>
          <p:nvPr>
            <p:ph idx="1"/>
          </p:nvPr>
        </p:nvSpPr>
        <p:spPr>
          <a:xfrm>
            <a:off x="4447308" y="591344"/>
            <a:ext cx="6906491" cy="5585619"/>
          </a:xfrm>
        </p:spPr>
        <p:txBody>
          <a:bodyPr vert="horz" lIns="91440" tIns="45720" rIns="91440" bIns="45720" rtlCol="0" anchor="ctr">
            <a:normAutofit/>
          </a:bodyPr>
          <a:lstStyle/>
          <a:p>
            <a:pPr>
              <a:buNone/>
            </a:pPr>
            <a:endParaRPr lang="en-IN" dirty="0">
              <a:solidFill>
                <a:srgbClr val="000000"/>
              </a:solidFill>
              <a:latin typeface="Times New Roman"/>
              <a:cs typeface="Times New Roman"/>
            </a:endParaRPr>
          </a:p>
          <a:p>
            <a:pPr>
              <a:buNone/>
            </a:pPr>
            <a:r>
              <a:rPr lang="en-IN" dirty="0">
                <a:solidFill>
                  <a:srgbClr val="000000"/>
                </a:solidFill>
                <a:latin typeface="Times New Roman"/>
                <a:cs typeface="Times New Roman"/>
              </a:rPr>
              <a:t>Which is true about DALY?</a:t>
            </a:r>
            <a:endParaRPr lang="en-IN" dirty="0"/>
          </a:p>
          <a:p>
            <a:pPr marL="914400" lvl="1" indent="-514350">
              <a:buAutoNum type="alphaLcPeriod"/>
            </a:pPr>
            <a:r>
              <a:rPr lang="en-IN" dirty="0">
                <a:solidFill>
                  <a:srgbClr val="000000"/>
                </a:solidFill>
                <a:latin typeface="Times New Roman"/>
                <a:cs typeface="Times New Roman"/>
              </a:rPr>
              <a:t>Life is adjusted for disease</a:t>
            </a:r>
            <a:endParaRPr lang="en-US">
              <a:solidFill>
                <a:srgbClr val="000000"/>
              </a:solidFill>
              <a:latin typeface="Times New Roman"/>
              <a:cs typeface="Times New Roman"/>
            </a:endParaRPr>
          </a:p>
          <a:p>
            <a:pPr marL="914400" lvl="1" indent="-514350">
              <a:buAutoNum type="alphaLcPeriod"/>
            </a:pPr>
            <a:r>
              <a:rPr lang="en-IN" dirty="0">
                <a:solidFill>
                  <a:srgbClr val="000000"/>
                </a:solidFill>
                <a:latin typeface="Times New Roman"/>
                <a:cs typeface="Times New Roman"/>
              </a:rPr>
              <a:t>Premature death is adjusted for disability</a:t>
            </a:r>
            <a:endParaRPr lang="en-US">
              <a:solidFill>
                <a:srgbClr val="000000"/>
              </a:solidFill>
              <a:latin typeface="Times New Roman"/>
              <a:cs typeface="Times New Roman"/>
            </a:endParaRPr>
          </a:p>
          <a:p>
            <a:pPr marL="914400" lvl="1" indent="-514350">
              <a:buAutoNum type="alphaLcPeriod"/>
            </a:pPr>
            <a:r>
              <a:rPr lang="en-IN" dirty="0">
                <a:solidFill>
                  <a:srgbClr val="000000"/>
                </a:solidFill>
                <a:latin typeface="Times New Roman"/>
                <a:cs typeface="Times New Roman"/>
              </a:rPr>
              <a:t>Life expectancy free of disability</a:t>
            </a:r>
            <a:endParaRPr lang="en-US">
              <a:solidFill>
                <a:srgbClr val="000000"/>
              </a:solidFill>
              <a:latin typeface="Times New Roman"/>
              <a:cs typeface="Times New Roman"/>
            </a:endParaRPr>
          </a:p>
          <a:p>
            <a:pPr marL="914400" lvl="1" indent="-514350">
              <a:buAutoNum type="alphaLcPeriod"/>
            </a:pPr>
            <a:r>
              <a:rPr lang="en-IN" dirty="0">
                <a:solidFill>
                  <a:srgbClr val="000000"/>
                </a:solidFill>
                <a:latin typeface="Times New Roman"/>
                <a:cs typeface="Times New Roman"/>
              </a:rPr>
              <a:t>Years lost to premature death and years lived with disability adjusted for severity of disability</a:t>
            </a:r>
            <a:endParaRPr lang="en-US">
              <a:solidFill>
                <a:srgbClr val="000000"/>
              </a:solidFill>
              <a:latin typeface="Times New Roman"/>
              <a:cs typeface="Times New Roman"/>
            </a:endParaRPr>
          </a:p>
        </p:txBody>
      </p:sp>
    </p:spTree>
    <p:extLst>
      <p:ext uri="{BB962C8B-B14F-4D97-AF65-F5344CB8AC3E}">
        <p14:creationId xmlns:p14="http://schemas.microsoft.com/office/powerpoint/2010/main" val="21997572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p:cNvSpPr>
            <a:spLocks noGrp="1"/>
          </p:cNvSpPr>
          <p:nvPr>
            <p:ph type="title"/>
          </p:nvPr>
        </p:nvSpPr>
        <p:spPr>
          <a:xfrm>
            <a:off x="686834" y="1153572"/>
            <a:ext cx="3200400" cy="4461163"/>
          </a:xfrm>
        </p:spPr>
        <p:txBody>
          <a:bodyPr>
            <a:normAutofit/>
          </a:bodyPr>
          <a:lstStyle/>
          <a:p>
            <a:r>
              <a:rPr lang="en-US" dirty="0">
                <a:solidFill>
                  <a:srgbClr val="FFFFFF"/>
                </a:solidFill>
                <a:cs typeface="Calibri"/>
              </a:rPr>
              <a:t>MCQ - 2</a:t>
            </a:r>
            <a:endParaRPr lang="en-US" dirty="0">
              <a:solidFill>
                <a:srgbClr val="FFFFFF"/>
              </a:solidFill>
            </a:endParaRP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Content Placeholder 4"/>
          <p:cNvSpPr>
            <a:spLocks noGrp="1"/>
          </p:cNvSpPr>
          <p:nvPr>
            <p:ph idx="1"/>
          </p:nvPr>
        </p:nvSpPr>
        <p:spPr>
          <a:xfrm>
            <a:off x="4447308" y="591344"/>
            <a:ext cx="6906491" cy="5585619"/>
          </a:xfrm>
        </p:spPr>
        <p:txBody>
          <a:bodyPr vert="horz" lIns="91440" tIns="45720" rIns="91440" bIns="45720" rtlCol="0" anchor="ctr">
            <a:normAutofit/>
          </a:bodyPr>
          <a:lstStyle/>
          <a:p>
            <a:pPr>
              <a:buNone/>
            </a:pPr>
            <a:r>
              <a:rPr lang="en-IN" dirty="0">
                <a:latin typeface="Times New Roman"/>
                <a:cs typeface="Times New Roman"/>
              </a:rPr>
              <a:t>Which is the best index for burden of disease?</a:t>
            </a:r>
            <a:endParaRPr lang="en-US" dirty="0"/>
          </a:p>
          <a:p>
            <a:pPr marL="914400" lvl="1" indent="-514350">
              <a:buAutoNum type="alphaLcPeriod"/>
            </a:pPr>
            <a:r>
              <a:rPr lang="en-IN" dirty="0">
                <a:latin typeface="Times New Roman"/>
                <a:cs typeface="Times New Roman"/>
              </a:rPr>
              <a:t>Case Fatality Rate</a:t>
            </a:r>
            <a:endParaRPr lang="en-IN">
              <a:latin typeface="Times New Roman"/>
              <a:cs typeface="Times New Roman"/>
            </a:endParaRPr>
          </a:p>
          <a:p>
            <a:pPr marL="914400" lvl="1" indent="-514350">
              <a:buAutoNum type="alphaLcPeriod"/>
            </a:pPr>
            <a:r>
              <a:rPr lang="en-IN" dirty="0">
                <a:latin typeface="Times New Roman"/>
                <a:cs typeface="Times New Roman"/>
              </a:rPr>
              <a:t>Disability adjusted life years</a:t>
            </a:r>
            <a:endParaRPr lang="en-IN">
              <a:latin typeface="Times New Roman"/>
              <a:cs typeface="Times New Roman"/>
            </a:endParaRPr>
          </a:p>
          <a:p>
            <a:pPr marL="914400" lvl="1" indent="-514350">
              <a:buAutoNum type="alphaLcPeriod"/>
            </a:pPr>
            <a:r>
              <a:rPr lang="en-IN" dirty="0">
                <a:latin typeface="Times New Roman"/>
                <a:cs typeface="Times New Roman"/>
              </a:rPr>
              <a:t>Dependency Ratio</a:t>
            </a:r>
            <a:endParaRPr lang="en-US">
              <a:latin typeface="Times New Roman"/>
              <a:cs typeface="Times New Roman"/>
            </a:endParaRPr>
          </a:p>
          <a:p>
            <a:pPr marL="914400" lvl="1" indent="-514350">
              <a:buAutoNum type="alphaLcPeriod"/>
            </a:pPr>
            <a:r>
              <a:rPr lang="en-IN" dirty="0">
                <a:latin typeface="Times New Roman"/>
                <a:cs typeface="Times New Roman"/>
              </a:rPr>
              <a:t>Morbidity data</a:t>
            </a:r>
            <a:endParaRPr lang="en-US">
              <a:latin typeface="Times New Roman"/>
              <a:cs typeface="Times New Roman"/>
            </a:endParaRPr>
          </a:p>
        </p:txBody>
      </p:sp>
    </p:spTree>
    <p:extLst>
      <p:ext uri="{BB962C8B-B14F-4D97-AF65-F5344CB8AC3E}">
        <p14:creationId xmlns:p14="http://schemas.microsoft.com/office/powerpoint/2010/main" val="21123286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p:cNvSpPr>
            <a:spLocks noGrp="1"/>
          </p:cNvSpPr>
          <p:nvPr>
            <p:ph type="title"/>
          </p:nvPr>
        </p:nvSpPr>
        <p:spPr>
          <a:xfrm>
            <a:off x="686834" y="1153572"/>
            <a:ext cx="3200400" cy="4461163"/>
          </a:xfrm>
        </p:spPr>
        <p:txBody>
          <a:bodyPr>
            <a:normAutofit/>
          </a:bodyPr>
          <a:lstStyle/>
          <a:p>
            <a:r>
              <a:rPr lang="en-US" dirty="0">
                <a:solidFill>
                  <a:srgbClr val="FFFFFF"/>
                </a:solidFill>
                <a:cs typeface="Calibri"/>
              </a:rPr>
              <a:t>MCQ - 3</a:t>
            </a:r>
            <a:endParaRPr lang="en-US" dirty="0">
              <a:solidFill>
                <a:srgbClr val="FFFFFF"/>
              </a:solidFill>
            </a:endParaRP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Content Placeholder 4"/>
          <p:cNvSpPr>
            <a:spLocks noGrp="1"/>
          </p:cNvSpPr>
          <p:nvPr>
            <p:ph idx="1"/>
          </p:nvPr>
        </p:nvSpPr>
        <p:spPr>
          <a:xfrm>
            <a:off x="4447308" y="591344"/>
            <a:ext cx="6906491" cy="5585619"/>
          </a:xfrm>
        </p:spPr>
        <p:txBody>
          <a:bodyPr vert="horz" lIns="91440" tIns="45720" rIns="91440" bIns="45720" rtlCol="0" anchor="ctr">
            <a:normAutofit/>
          </a:bodyPr>
          <a:lstStyle/>
          <a:p>
            <a:pPr>
              <a:buNone/>
            </a:pPr>
            <a:r>
              <a:rPr lang="en-IN" dirty="0">
                <a:latin typeface="Times New Roman"/>
                <a:cs typeface="Times New Roman"/>
              </a:rPr>
              <a:t>A party was attended by 110 people. Out of which 40 did not eat fruit salad. From the rest who ate fruit salad,55 developed food poisoning. What is the Attack Rate?</a:t>
            </a:r>
            <a:endParaRPr lang="en-US">
              <a:latin typeface="Times New Roman"/>
              <a:cs typeface="Times New Roman"/>
            </a:endParaRPr>
          </a:p>
          <a:p>
            <a:pPr marL="914400" lvl="1" indent="-514350">
              <a:buAutoNum type="alphaLcPeriod"/>
            </a:pPr>
            <a:r>
              <a:rPr lang="en-IN" dirty="0">
                <a:latin typeface="Times New Roman"/>
                <a:cs typeface="Times New Roman"/>
              </a:rPr>
              <a:t>50</a:t>
            </a:r>
            <a:endParaRPr lang="en-IN">
              <a:latin typeface="Times New Roman"/>
              <a:cs typeface="Times New Roman"/>
            </a:endParaRPr>
          </a:p>
          <a:p>
            <a:pPr marL="914400" lvl="1" indent="-514350">
              <a:buAutoNum type="alphaLcPeriod"/>
            </a:pPr>
            <a:r>
              <a:rPr lang="en-IN" dirty="0">
                <a:latin typeface="Times New Roman"/>
                <a:cs typeface="Times New Roman"/>
              </a:rPr>
              <a:t>78</a:t>
            </a:r>
            <a:endParaRPr lang="en-IN">
              <a:latin typeface="Times New Roman"/>
              <a:cs typeface="Times New Roman"/>
            </a:endParaRPr>
          </a:p>
          <a:p>
            <a:pPr marL="914400" lvl="1" indent="-514350">
              <a:buAutoNum type="alphaLcPeriod"/>
            </a:pPr>
            <a:r>
              <a:rPr lang="en-IN" dirty="0">
                <a:latin typeface="Times New Roman"/>
                <a:cs typeface="Times New Roman"/>
              </a:rPr>
              <a:t>56</a:t>
            </a:r>
          </a:p>
          <a:p>
            <a:pPr marL="914400" lvl="1" indent="-514350">
              <a:buAutoNum type="alphaLcPeriod"/>
            </a:pPr>
            <a:r>
              <a:rPr lang="en-IN" dirty="0">
                <a:latin typeface="Times New Roman"/>
                <a:cs typeface="Calibri"/>
              </a:rPr>
              <a:t>46</a:t>
            </a:r>
            <a:endParaRPr lang="en-US">
              <a:latin typeface="Times New Roman"/>
              <a:cs typeface="Times New Roman"/>
            </a:endParaRPr>
          </a:p>
        </p:txBody>
      </p:sp>
    </p:spTree>
    <p:extLst>
      <p:ext uri="{BB962C8B-B14F-4D97-AF65-F5344CB8AC3E}">
        <p14:creationId xmlns:p14="http://schemas.microsoft.com/office/powerpoint/2010/main" val="13422943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p:cNvSpPr>
            <a:spLocks noGrp="1"/>
          </p:cNvSpPr>
          <p:nvPr>
            <p:ph type="title"/>
          </p:nvPr>
        </p:nvSpPr>
        <p:spPr>
          <a:xfrm>
            <a:off x="686834" y="1153572"/>
            <a:ext cx="3200400" cy="4461163"/>
          </a:xfrm>
        </p:spPr>
        <p:txBody>
          <a:bodyPr>
            <a:normAutofit/>
          </a:bodyPr>
          <a:lstStyle/>
          <a:p>
            <a:r>
              <a:rPr lang="en-US" dirty="0">
                <a:solidFill>
                  <a:srgbClr val="FFFFFF"/>
                </a:solidFill>
                <a:cs typeface="Calibri"/>
              </a:rPr>
              <a:t>MCQ - 4</a:t>
            </a:r>
            <a:endParaRPr lang="en-US" dirty="0">
              <a:solidFill>
                <a:srgbClr val="FFFFFF"/>
              </a:solidFill>
            </a:endParaRP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Content Placeholder 4"/>
          <p:cNvSpPr>
            <a:spLocks noGrp="1"/>
          </p:cNvSpPr>
          <p:nvPr>
            <p:ph idx="1"/>
          </p:nvPr>
        </p:nvSpPr>
        <p:spPr>
          <a:xfrm>
            <a:off x="4447308" y="591344"/>
            <a:ext cx="6906491" cy="5585619"/>
          </a:xfrm>
        </p:spPr>
        <p:txBody>
          <a:bodyPr vert="horz" lIns="91440" tIns="45720" rIns="91440" bIns="45720" rtlCol="0" anchor="ctr">
            <a:normAutofit/>
          </a:bodyPr>
          <a:lstStyle/>
          <a:p>
            <a:pPr>
              <a:buNone/>
            </a:pPr>
            <a:r>
              <a:rPr lang="en-IN" dirty="0">
                <a:latin typeface="Times New Roman"/>
                <a:cs typeface="Times New Roman"/>
              </a:rPr>
              <a:t>In population of 5000,number of new cases of TB is 500,old cases in same population are 150.What is the prevalence of TB?</a:t>
            </a:r>
            <a:endParaRPr lang="en-US">
              <a:latin typeface="Times New Roman"/>
              <a:cs typeface="Times New Roman"/>
            </a:endParaRPr>
          </a:p>
          <a:p>
            <a:pPr marL="1371600" lvl="1" indent="-514350">
              <a:buAutoNum type="alphaLcPeriod"/>
            </a:pPr>
            <a:r>
              <a:rPr lang="en-IN">
                <a:latin typeface="Times New Roman"/>
                <a:cs typeface="Times New Roman"/>
              </a:rPr>
              <a:t>9%</a:t>
            </a:r>
            <a:endParaRPr lang="en-US">
              <a:latin typeface="Times New Roman"/>
              <a:cs typeface="Times New Roman"/>
            </a:endParaRPr>
          </a:p>
          <a:p>
            <a:pPr marL="1371600" lvl="1" indent="-514350">
              <a:buAutoNum type="alphaLcPeriod"/>
            </a:pPr>
            <a:r>
              <a:rPr lang="en-IN">
                <a:latin typeface="Times New Roman"/>
                <a:cs typeface="Times New Roman"/>
              </a:rPr>
              <a:t>12%</a:t>
            </a:r>
            <a:endParaRPr lang="en-US">
              <a:latin typeface="Times New Roman"/>
              <a:cs typeface="Times New Roman"/>
            </a:endParaRPr>
          </a:p>
          <a:p>
            <a:pPr marL="1371600" lvl="1" indent="-514350">
              <a:buAutoNum type="alphaLcPeriod"/>
            </a:pPr>
            <a:r>
              <a:rPr lang="en-IN">
                <a:latin typeface="Times New Roman"/>
                <a:cs typeface="Times New Roman"/>
              </a:rPr>
              <a:t>13%</a:t>
            </a:r>
            <a:endParaRPr lang="en-US">
              <a:latin typeface="Times New Roman"/>
              <a:cs typeface="Times New Roman"/>
            </a:endParaRPr>
          </a:p>
          <a:p>
            <a:pPr marL="1371600" lvl="1" indent="-514350">
              <a:buAutoNum type="alphaLcPeriod"/>
            </a:pPr>
            <a:r>
              <a:rPr lang="en-IN" dirty="0">
                <a:latin typeface="Times New Roman"/>
                <a:cs typeface="Times New Roman"/>
              </a:rPr>
              <a:t>18%</a:t>
            </a:r>
            <a:endParaRPr lang="en-US" dirty="0">
              <a:latin typeface="Times New Roman"/>
              <a:cs typeface="Times New Roman"/>
            </a:endParaRPr>
          </a:p>
        </p:txBody>
      </p:sp>
    </p:spTree>
    <p:extLst>
      <p:ext uri="{BB962C8B-B14F-4D97-AF65-F5344CB8AC3E}">
        <p14:creationId xmlns:p14="http://schemas.microsoft.com/office/powerpoint/2010/main" val="38507062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descr="A picture containing diagram&#10;&#10;Description automatically generated">
            <a:extLst>
              <a:ext uri="{FF2B5EF4-FFF2-40B4-BE49-F238E27FC236}">
                <a16:creationId xmlns:a16="http://schemas.microsoft.com/office/drawing/2014/main" id="{DA7C38FD-9EAB-9A36-516D-F03682249D37}"/>
              </a:ext>
            </a:extLst>
          </p:cNvPr>
          <p:cNvPicPr>
            <a:picLocks noGrp="1" noChangeAspect="1"/>
          </p:cNvPicPr>
          <p:nvPr>
            <p:ph idx="1"/>
          </p:nvPr>
        </p:nvPicPr>
        <p:blipFill>
          <a:blip r:embed="rId2"/>
          <a:stretch>
            <a:fillRect/>
          </a:stretch>
        </p:blipFill>
        <p:spPr>
          <a:xfrm>
            <a:off x="868483" y="156011"/>
            <a:ext cx="10440656" cy="6560566"/>
          </a:xfrm>
        </p:spPr>
      </p:pic>
      <p:sp>
        <p:nvSpPr>
          <p:cNvPr id="4" name="Slide Number Placeholder 3">
            <a:extLst>
              <a:ext uri="{FF2B5EF4-FFF2-40B4-BE49-F238E27FC236}">
                <a16:creationId xmlns:a16="http://schemas.microsoft.com/office/drawing/2014/main" id="{9D07C6A4-7ACA-BE93-C549-C5EC7B410673}"/>
              </a:ext>
            </a:extLst>
          </p:cNvPr>
          <p:cNvSpPr>
            <a:spLocks noGrp="1"/>
          </p:cNvSpPr>
          <p:nvPr>
            <p:ph type="sldNum" sz="quarter" idx="12"/>
          </p:nvPr>
        </p:nvSpPr>
        <p:spPr/>
        <p:txBody>
          <a:bodyPr/>
          <a:lstStyle/>
          <a:p>
            <a:fld id="{73B850FF-6169-4056-8077-06FFA93A5366}" type="slidenum">
              <a:rPr lang="en-US" smtClean="0"/>
              <a:t>7</a:t>
            </a:fld>
            <a:endParaRPr lang="en-US"/>
          </a:p>
        </p:txBody>
      </p:sp>
    </p:spTree>
    <p:extLst>
      <p:ext uri="{BB962C8B-B14F-4D97-AF65-F5344CB8AC3E}">
        <p14:creationId xmlns:p14="http://schemas.microsoft.com/office/powerpoint/2010/main" val="3266731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13" name="Picture 12">
            <a:extLst>
              <a:ext uri="{FF2B5EF4-FFF2-40B4-BE49-F238E27FC236}">
                <a16:creationId xmlns:a16="http://schemas.microsoft.com/office/drawing/2014/main" id="{A72D06A1-BA08-4820-BBC8-B24DDB32A3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975D9D2C-E360-1407-9827-D62F3CEDE6AA}"/>
              </a:ext>
            </a:extLst>
          </p:cNvPr>
          <p:cNvSpPr>
            <a:spLocks noGrp="1"/>
          </p:cNvSpPr>
          <p:nvPr>
            <p:ph type="title"/>
          </p:nvPr>
        </p:nvSpPr>
        <p:spPr>
          <a:xfrm>
            <a:off x="838201" y="559813"/>
            <a:ext cx="10348146" cy="1675009"/>
          </a:xfrm>
        </p:spPr>
        <p:txBody>
          <a:bodyPr anchor="t">
            <a:normAutofit/>
          </a:bodyPr>
          <a:lstStyle/>
          <a:p>
            <a:r>
              <a:rPr lang="en-US" dirty="0">
                <a:solidFill>
                  <a:schemeClr val="tx2"/>
                </a:solidFill>
              </a:rPr>
              <a:t>Descriptive study</a:t>
            </a:r>
          </a:p>
        </p:txBody>
      </p:sp>
      <p:pic>
        <p:nvPicPr>
          <p:cNvPr id="15" name="Picture 14">
            <a:extLst>
              <a:ext uri="{FF2B5EF4-FFF2-40B4-BE49-F238E27FC236}">
                <a16:creationId xmlns:a16="http://schemas.microsoft.com/office/drawing/2014/main" id="{1295E665-0408-4072-94B3-49BA5ACBCB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r="46048"/>
          <a:stretch/>
        </p:blipFill>
        <p:spPr>
          <a:xfrm rot="10800000">
            <a:off x="0" y="2719662"/>
            <a:ext cx="1371600" cy="2548349"/>
          </a:xfrm>
          <a:prstGeom prst="rect">
            <a:avLst/>
          </a:prstGeom>
        </p:spPr>
      </p:pic>
      <p:sp>
        <p:nvSpPr>
          <p:cNvPr id="3" name="Content Placeholder 2">
            <a:extLst>
              <a:ext uri="{FF2B5EF4-FFF2-40B4-BE49-F238E27FC236}">
                <a16:creationId xmlns:a16="http://schemas.microsoft.com/office/drawing/2014/main" id="{2E3D5C1C-3A37-1C6B-0757-2BC53C229773}"/>
              </a:ext>
            </a:extLst>
          </p:cNvPr>
          <p:cNvSpPr>
            <a:spLocks noGrp="1"/>
          </p:cNvSpPr>
          <p:nvPr>
            <p:ph idx="1"/>
          </p:nvPr>
        </p:nvSpPr>
        <p:spPr>
          <a:xfrm>
            <a:off x="1442127" y="1399797"/>
            <a:ext cx="10240828" cy="4713290"/>
          </a:xfrm>
        </p:spPr>
        <p:txBody>
          <a:bodyPr anchor="ctr">
            <a:normAutofit/>
          </a:bodyPr>
          <a:lstStyle/>
          <a:p>
            <a:r>
              <a:rPr lang="en-US" sz="2400" dirty="0">
                <a:solidFill>
                  <a:srgbClr val="000000"/>
                </a:solidFill>
                <a:latin typeface="Times New Roman"/>
                <a:ea typeface="+mn-lt"/>
                <a:cs typeface="+mn-lt"/>
              </a:rPr>
              <a:t>Descriptive study is limited to a description of the occurrence of a disease in a population. </a:t>
            </a:r>
          </a:p>
          <a:p>
            <a:r>
              <a:rPr lang="en-US" sz="2400" dirty="0">
                <a:solidFill>
                  <a:srgbClr val="000000"/>
                </a:solidFill>
                <a:latin typeface="Times New Roman"/>
                <a:ea typeface="+mn-lt"/>
                <a:cs typeface="Times New Roman"/>
              </a:rPr>
              <a:t>It is essential to have a clear definition of a case of the disease being investigated and of an exposed person.</a:t>
            </a:r>
          </a:p>
          <a:p>
            <a:r>
              <a:rPr lang="en-US" sz="2400" dirty="0">
                <a:solidFill>
                  <a:srgbClr val="000000"/>
                </a:solidFill>
                <a:latin typeface="Times New Roman"/>
                <a:cs typeface="Times New Roman"/>
              </a:rPr>
              <a:t>First phase of an epidemiological investigation. </a:t>
            </a:r>
          </a:p>
          <a:p>
            <a:r>
              <a:rPr lang="en-US" sz="2400" dirty="0">
                <a:solidFill>
                  <a:srgbClr val="000000"/>
                </a:solidFill>
                <a:latin typeface="Times New Roman"/>
                <a:cs typeface="Times New Roman"/>
              </a:rPr>
              <a:t>These studies are concerned with observing the distribution of disease or health-related characteristics in human populations and identifying the characteristics with which the disease in question seems to be associated.</a:t>
            </a:r>
          </a:p>
          <a:p>
            <a:r>
              <a:rPr lang="en-US" sz="2400" dirty="0">
                <a:solidFill>
                  <a:srgbClr val="000000"/>
                </a:solidFill>
                <a:latin typeface="Times New Roman"/>
                <a:cs typeface="Times New Roman"/>
              </a:rPr>
              <a:t>When, Where and Who</a:t>
            </a:r>
          </a:p>
        </p:txBody>
      </p:sp>
      <p:sp>
        <p:nvSpPr>
          <p:cNvPr id="4" name="Slide Number Placeholder 3">
            <a:extLst>
              <a:ext uri="{FF2B5EF4-FFF2-40B4-BE49-F238E27FC236}">
                <a16:creationId xmlns:a16="http://schemas.microsoft.com/office/drawing/2014/main" id="{1E0FE60B-A576-503A-63EB-96D13270244F}"/>
              </a:ext>
            </a:extLst>
          </p:cNvPr>
          <p:cNvSpPr>
            <a:spLocks noGrp="1"/>
          </p:cNvSpPr>
          <p:nvPr>
            <p:ph type="sldNum" sz="quarter" idx="12"/>
          </p:nvPr>
        </p:nvSpPr>
        <p:spPr>
          <a:xfrm>
            <a:off x="8610600" y="6324600"/>
            <a:ext cx="2743200" cy="365125"/>
          </a:xfrm>
        </p:spPr>
        <p:txBody>
          <a:bodyPr>
            <a:normAutofit/>
          </a:bodyPr>
          <a:lstStyle/>
          <a:p>
            <a:pPr>
              <a:spcAft>
                <a:spcPts val="600"/>
              </a:spcAft>
            </a:pPr>
            <a:fld id="{73B850FF-6169-4056-8077-06FFA93A5366}" type="slidenum">
              <a:rPr lang="en-US">
                <a:solidFill>
                  <a:schemeClr val="tx1">
                    <a:alpha val="60000"/>
                  </a:schemeClr>
                </a:solidFill>
              </a:rPr>
              <a:pPr>
                <a:spcAft>
                  <a:spcPts val="600"/>
                </a:spcAft>
              </a:pPr>
              <a:t>8</a:t>
            </a:fld>
            <a:endParaRPr lang="en-US">
              <a:solidFill>
                <a:schemeClr val="tx1">
                  <a:alpha val="60000"/>
                </a:schemeClr>
              </a:solidFill>
            </a:endParaRPr>
          </a:p>
        </p:txBody>
      </p:sp>
    </p:spTree>
    <p:extLst>
      <p:ext uri="{BB962C8B-B14F-4D97-AF65-F5344CB8AC3E}">
        <p14:creationId xmlns:p14="http://schemas.microsoft.com/office/powerpoint/2010/main" val="13584298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13" name="Picture 12">
            <a:extLst>
              <a:ext uri="{FF2B5EF4-FFF2-40B4-BE49-F238E27FC236}">
                <a16:creationId xmlns:a16="http://schemas.microsoft.com/office/drawing/2014/main" id="{A72D06A1-BA08-4820-BBC8-B24DDB32A3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C0E24C61-2B26-9A88-3CD7-F255D4FE34C7}"/>
              </a:ext>
            </a:extLst>
          </p:cNvPr>
          <p:cNvSpPr>
            <a:spLocks noGrp="1"/>
          </p:cNvSpPr>
          <p:nvPr>
            <p:ph type="title"/>
          </p:nvPr>
        </p:nvSpPr>
        <p:spPr>
          <a:xfrm>
            <a:off x="838201" y="559813"/>
            <a:ext cx="10348146" cy="1675009"/>
          </a:xfrm>
        </p:spPr>
        <p:txBody>
          <a:bodyPr anchor="t">
            <a:normAutofit/>
          </a:bodyPr>
          <a:lstStyle/>
          <a:p>
            <a:r>
              <a:rPr lang="en-US" dirty="0">
                <a:solidFill>
                  <a:schemeClr val="tx2"/>
                </a:solidFill>
              </a:rPr>
              <a:t>Steps</a:t>
            </a:r>
          </a:p>
        </p:txBody>
      </p:sp>
      <p:pic>
        <p:nvPicPr>
          <p:cNvPr id="15" name="Picture 14">
            <a:extLst>
              <a:ext uri="{FF2B5EF4-FFF2-40B4-BE49-F238E27FC236}">
                <a16:creationId xmlns:a16="http://schemas.microsoft.com/office/drawing/2014/main" id="{1295E665-0408-4072-94B3-49BA5ACBCB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r="46048"/>
          <a:stretch/>
        </p:blipFill>
        <p:spPr>
          <a:xfrm rot="10800000">
            <a:off x="0" y="2719662"/>
            <a:ext cx="1371600" cy="2548349"/>
          </a:xfrm>
          <a:prstGeom prst="rect">
            <a:avLst/>
          </a:prstGeom>
        </p:spPr>
      </p:pic>
      <p:sp>
        <p:nvSpPr>
          <p:cNvPr id="3" name="Content Placeholder 2">
            <a:extLst>
              <a:ext uri="{FF2B5EF4-FFF2-40B4-BE49-F238E27FC236}">
                <a16:creationId xmlns:a16="http://schemas.microsoft.com/office/drawing/2014/main" id="{C5F2372E-8A92-D2EC-CDA6-6D5E61415D4D}"/>
              </a:ext>
            </a:extLst>
          </p:cNvPr>
          <p:cNvSpPr>
            <a:spLocks noGrp="1"/>
          </p:cNvSpPr>
          <p:nvPr>
            <p:ph idx="1"/>
          </p:nvPr>
        </p:nvSpPr>
        <p:spPr>
          <a:xfrm>
            <a:off x="1479987" y="1323597"/>
            <a:ext cx="9705991" cy="4916490"/>
          </a:xfrm>
        </p:spPr>
        <p:txBody>
          <a:bodyPr anchor="ctr">
            <a:normAutofit/>
          </a:bodyPr>
          <a:lstStyle/>
          <a:p>
            <a:r>
              <a:rPr lang="en-US" sz="2400" dirty="0">
                <a:solidFill>
                  <a:schemeClr val="tx2"/>
                </a:solidFill>
                <a:latin typeface="Times New Roman"/>
                <a:cs typeface="Times New Roman"/>
              </a:rPr>
              <a:t>1. Defining the population to be studied </a:t>
            </a:r>
            <a:endParaRPr lang="en-US" sz="2400">
              <a:solidFill>
                <a:schemeClr val="tx2"/>
              </a:solidFill>
              <a:latin typeface="Times New Roman"/>
              <a:cs typeface="Times New Roman"/>
            </a:endParaRPr>
          </a:p>
          <a:p>
            <a:r>
              <a:rPr lang="en-US" sz="2400" dirty="0">
                <a:solidFill>
                  <a:schemeClr val="tx2"/>
                </a:solidFill>
                <a:latin typeface="Times New Roman"/>
                <a:cs typeface="Times New Roman"/>
              </a:rPr>
              <a:t>2. Defining the disease under study </a:t>
            </a:r>
            <a:endParaRPr lang="en-US" sz="2400">
              <a:solidFill>
                <a:schemeClr val="tx2"/>
              </a:solidFill>
              <a:latin typeface="Times New Roman"/>
              <a:cs typeface="Times New Roman"/>
            </a:endParaRPr>
          </a:p>
          <a:p>
            <a:r>
              <a:rPr lang="en-US" sz="2400" dirty="0">
                <a:solidFill>
                  <a:schemeClr val="tx2"/>
                </a:solidFill>
                <a:latin typeface="Times New Roman"/>
                <a:cs typeface="Times New Roman"/>
              </a:rPr>
              <a:t>3. Describing the disease by </a:t>
            </a:r>
            <a:endParaRPr lang="en-US" sz="2400">
              <a:solidFill>
                <a:schemeClr val="tx2"/>
              </a:solidFill>
              <a:latin typeface="Times New Roman"/>
              <a:cs typeface="Times New Roman"/>
            </a:endParaRPr>
          </a:p>
          <a:p>
            <a:pPr lvl="1"/>
            <a:r>
              <a:rPr lang="en-US" dirty="0">
                <a:solidFill>
                  <a:schemeClr val="tx2"/>
                </a:solidFill>
                <a:latin typeface="Times New Roman"/>
                <a:cs typeface="Times New Roman"/>
              </a:rPr>
              <a:t>a. time </a:t>
            </a:r>
          </a:p>
          <a:p>
            <a:pPr lvl="1"/>
            <a:r>
              <a:rPr lang="en-US" dirty="0">
                <a:solidFill>
                  <a:schemeClr val="tx2"/>
                </a:solidFill>
                <a:latin typeface="Times New Roman"/>
                <a:cs typeface="Times New Roman"/>
              </a:rPr>
              <a:t>b. place </a:t>
            </a:r>
          </a:p>
          <a:p>
            <a:pPr lvl="1"/>
            <a:r>
              <a:rPr lang="en-US" dirty="0">
                <a:solidFill>
                  <a:schemeClr val="tx2"/>
                </a:solidFill>
                <a:latin typeface="Times New Roman"/>
                <a:cs typeface="Times New Roman"/>
              </a:rPr>
              <a:t>c. person </a:t>
            </a:r>
          </a:p>
          <a:p>
            <a:r>
              <a:rPr lang="en-US" sz="2400" dirty="0">
                <a:solidFill>
                  <a:schemeClr val="tx2"/>
                </a:solidFill>
                <a:latin typeface="Times New Roman"/>
                <a:cs typeface="Times New Roman"/>
              </a:rPr>
              <a:t>4. Measurement of disease </a:t>
            </a:r>
          </a:p>
          <a:p>
            <a:r>
              <a:rPr lang="en-US" sz="2400" dirty="0">
                <a:solidFill>
                  <a:schemeClr val="tx2"/>
                </a:solidFill>
                <a:latin typeface="Times New Roman"/>
                <a:cs typeface="Times New Roman"/>
              </a:rPr>
              <a:t>5. Comparing with known indices </a:t>
            </a:r>
            <a:endParaRPr lang="en-US" sz="2400">
              <a:solidFill>
                <a:schemeClr val="tx2"/>
              </a:solidFill>
              <a:latin typeface="Times New Roman"/>
              <a:cs typeface="Times New Roman"/>
            </a:endParaRPr>
          </a:p>
          <a:p>
            <a:r>
              <a:rPr lang="en-US" sz="2400" dirty="0">
                <a:solidFill>
                  <a:schemeClr val="tx2"/>
                </a:solidFill>
                <a:latin typeface="Times New Roman"/>
                <a:cs typeface="Times New Roman"/>
              </a:rPr>
              <a:t>6. Formulation of an </a:t>
            </a:r>
            <a:r>
              <a:rPr lang="en-US" sz="2400" dirty="0" err="1">
                <a:solidFill>
                  <a:schemeClr val="tx2"/>
                </a:solidFill>
                <a:latin typeface="Times New Roman"/>
                <a:cs typeface="Times New Roman"/>
              </a:rPr>
              <a:t>aetiological</a:t>
            </a:r>
            <a:r>
              <a:rPr lang="en-US" sz="2400" dirty="0">
                <a:solidFill>
                  <a:schemeClr val="tx2"/>
                </a:solidFill>
                <a:latin typeface="Times New Roman"/>
                <a:cs typeface="Times New Roman"/>
              </a:rPr>
              <a:t> hypothesis</a:t>
            </a:r>
            <a:endParaRPr lang="en-US" sz="2400">
              <a:solidFill>
                <a:schemeClr val="tx2"/>
              </a:solidFill>
              <a:latin typeface="Times New Roman"/>
              <a:cs typeface="Times New Roman"/>
            </a:endParaRPr>
          </a:p>
        </p:txBody>
      </p:sp>
      <p:sp>
        <p:nvSpPr>
          <p:cNvPr id="4" name="Slide Number Placeholder 3">
            <a:extLst>
              <a:ext uri="{FF2B5EF4-FFF2-40B4-BE49-F238E27FC236}">
                <a16:creationId xmlns:a16="http://schemas.microsoft.com/office/drawing/2014/main" id="{F1A85D9A-0B89-4B2C-B79F-0F7D4478D005}"/>
              </a:ext>
            </a:extLst>
          </p:cNvPr>
          <p:cNvSpPr>
            <a:spLocks noGrp="1"/>
          </p:cNvSpPr>
          <p:nvPr>
            <p:ph type="sldNum" sz="quarter" idx="12"/>
          </p:nvPr>
        </p:nvSpPr>
        <p:spPr>
          <a:xfrm>
            <a:off x="8610600" y="6324600"/>
            <a:ext cx="2743200" cy="365125"/>
          </a:xfrm>
        </p:spPr>
        <p:txBody>
          <a:bodyPr>
            <a:normAutofit/>
          </a:bodyPr>
          <a:lstStyle/>
          <a:p>
            <a:pPr>
              <a:spcAft>
                <a:spcPts val="600"/>
              </a:spcAft>
            </a:pPr>
            <a:fld id="{73B850FF-6169-4056-8077-06FFA93A5366}" type="slidenum">
              <a:rPr lang="en-US">
                <a:solidFill>
                  <a:schemeClr val="tx1">
                    <a:alpha val="60000"/>
                  </a:schemeClr>
                </a:solidFill>
              </a:rPr>
              <a:pPr>
                <a:spcAft>
                  <a:spcPts val="600"/>
                </a:spcAft>
              </a:pPr>
              <a:t>9</a:t>
            </a:fld>
            <a:endParaRPr lang="en-US">
              <a:solidFill>
                <a:schemeClr val="tx1">
                  <a:alpha val="60000"/>
                </a:schemeClr>
              </a:solidFill>
            </a:endParaRPr>
          </a:p>
        </p:txBody>
      </p:sp>
    </p:spTree>
    <p:extLst>
      <p:ext uri="{BB962C8B-B14F-4D97-AF65-F5344CB8AC3E}">
        <p14:creationId xmlns:p14="http://schemas.microsoft.com/office/powerpoint/2010/main" val="17579162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13" name="Picture 12">
            <a:extLst>
              <a:ext uri="{FF2B5EF4-FFF2-40B4-BE49-F238E27FC236}">
                <a16:creationId xmlns:a16="http://schemas.microsoft.com/office/drawing/2014/main" id="{A72D06A1-BA08-4820-BBC8-B24DDB32A3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C0E24C61-2B26-9A88-3CD7-F255D4FE34C7}"/>
              </a:ext>
            </a:extLst>
          </p:cNvPr>
          <p:cNvSpPr>
            <a:spLocks noGrp="1"/>
          </p:cNvSpPr>
          <p:nvPr>
            <p:ph type="title"/>
          </p:nvPr>
        </p:nvSpPr>
        <p:spPr>
          <a:xfrm>
            <a:off x="838201" y="559813"/>
            <a:ext cx="10348146" cy="1675009"/>
          </a:xfrm>
        </p:spPr>
        <p:txBody>
          <a:bodyPr anchor="t">
            <a:normAutofit/>
          </a:bodyPr>
          <a:lstStyle/>
          <a:p>
            <a:r>
              <a:rPr lang="en-US" dirty="0">
                <a:solidFill>
                  <a:schemeClr val="tx2"/>
                </a:solidFill>
                <a:latin typeface="Avenir Next LT Pro"/>
                <a:cs typeface="Times New Roman"/>
              </a:rPr>
              <a:t>Defining the population</a:t>
            </a:r>
            <a:endParaRPr lang="en-US" dirty="0">
              <a:solidFill>
                <a:schemeClr val="tx2"/>
              </a:solidFill>
              <a:cs typeface="Times New Roman"/>
            </a:endParaRPr>
          </a:p>
        </p:txBody>
      </p:sp>
      <p:pic>
        <p:nvPicPr>
          <p:cNvPr id="15" name="Picture 14">
            <a:extLst>
              <a:ext uri="{FF2B5EF4-FFF2-40B4-BE49-F238E27FC236}">
                <a16:creationId xmlns:a16="http://schemas.microsoft.com/office/drawing/2014/main" id="{1295E665-0408-4072-94B3-49BA5ACBCB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r="46048"/>
          <a:stretch/>
        </p:blipFill>
        <p:spPr>
          <a:xfrm rot="10800000">
            <a:off x="0" y="2719662"/>
            <a:ext cx="1371600" cy="2548349"/>
          </a:xfrm>
          <a:prstGeom prst="rect">
            <a:avLst/>
          </a:prstGeom>
        </p:spPr>
      </p:pic>
      <p:sp>
        <p:nvSpPr>
          <p:cNvPr id="3" name="Content Placeholder 2">
            <a:extLst>
              <a:ext uri="{FF2B5EF4-FFF2-40B4-BE49-F238E27FC236}">
                <a16:creationId xmlns:a16="http://schemas.microsoft.com/office/drawing/2014/main" id="{C5F2372E-8A92-D2EC-CDA6-6D5E61415D4D}"/>
              </a:ext>
            </a:extLst>
          </p:cNvPr>
          <p:cNvSpPr>
            <a:spLocks noGrp="1"/>
          </p:cNvSpPr>
          <p:nvPr>
            <p:ph idx="1"/>
          </p:nvPr>
        </p:nvSpPr>
        <p:spPr>
          <a:xfrm>
            <a:off x="1479987" y="1323597"/>
            <a:ext cx="9705991" cy="4916490"/>
          </a:xfrm>
        </p:spPr>
        <p:txBody>
          <a:bodyPr anchor="ctr">
            <a:normAutofit/>
          </a:bodyPr>
          <a:lstStyle/>
          <a:p>
            <a:pPr>
              <a:lnSpc>
                <a:spcPct val="90000"/>
              </a:lnSpc>
            </a:pPr>
            <a:r>
              <a:rPr lang="en-US" sz="2400" dirty="0">
                <a:solidFill>
                  <a:schemeClr val="tx2"/>
                </a:solidFill>
                <a:latin typeface="Times New Roman"/>
                <a:ea typeface="+mn-lt"/>
                <a:cs typeface="Times New Roman"/>
              </a:rPr>
              <a:t>Descriptive studies are investigations of populations, not individuals. </a:t>
            </a:r>
            <a:endParaRPr lang="en-US" sz="2400">
              <a:solidFill>
                <a:schemeClr val="tx2"/>
              </a:solidFill>
              <a:latin typeface="Times New Roman"/>
              <a:ea typeface="+mn-lt"/>
              <a:cs typeface="Times New Roman"/>
            </a:endParaRPr>
          </a:p>
          <a:p>
            <a:pPr>
              <a:lnSpc>
                <a:spcPct val="90000"/>
              </a:lnSpc>
            </a:pPr>
            <a:r>
              <a:rPr lang="en-US" sz="2400" dirty="0">
                <a:solidFill>
                  <a:schemeClr val="tx2"/>
                </a:solidFill>
                <a:latin typeface="Times New Roman"/>
                <a:ea typeface="+mn-lt"/>
                <a:cs typeface="Times New Roman"/>
              </a:rPr>
              <a:t>Define the “population base” not only in terms of the total number, but also its composition in terms of age, sex, occupation, cultural characters and similar information needed for the study.</a:t>
            </a:r>
            <a:endParaRPr lang="en-US" sz="2400">
              <a:solidFill>
                <a:schemeClr val="tx2"/>
              </a:solidFill>
              <a:latin typeface="Times New Roman"/>
              <a:cs typeface="Times New Roman"/>
            </a:endParaRPr>
          </a:p>
          <a:p>
            <a:pPr>
              <a:lnSpc>
                <a:spcPct val="90000"/>
              </a:lnSpc>
            </a:pPr>
            <a:r>
              <a:rPr lang="en-US" sz="2400" dirty="0">
                <a:solidFill>
                  <a:schemeClr val="tx2"/>
                </a:solidFill>
                <a:latin typeface="Times New Roman"/>
                <a:ea typeface="+mn-lt"/>
                <a:cs typeface="Times New Roman"/>
              </a:rPr>
              <a:t>The “defined population” can be the whole population in a geographic area, or more often a representative sample taken from it. </a:t>
            </a:r>
            <a:endParaRPr lang="en-US" sz="2400">
              <a:solidFill>
                <a:schemeClr val="tx2"/>
              </a:solidFill>
              <a:latin typeface="Times New Roman"/>
              <a:ea typeface="+mn-lt"/>
              <a:cs typeface="Times New Roman"/>
            </a:endParaRPr>
          </a:p>
          <a:p>
            <a:pPr>
              <a:lnSpc>
                <a:spcPct val="90000"/>
              </a:lnSpc>
            </a:pPr>
            <a:r>
              <a:rPr lang="en-US" sz="2400" dirty="0">
                <a:solidFill>
                  <a:schemeClr val="tx2"/>
                </a:solidFill>
                <a:latin typeface="Times New Roman"/>
                <a:ea typeface="+mn-lt"/>
                <a:cs typeface="Times New Roman"/>
              </a:rPr>
              <a:t>The defined population can also be a specially selected group such as age and sex groups, occupational groups, hospital patients, school children, small communities as well as wider groupings - in fact, wherever a group of people can be fairly accurately counted.</a:t>
            </a:r>
            <a:endParaRPr lang="en-US" sz="2400">
              <a:solidFill>
                <a:schemeClr val="tx2"/>
              </a:solidFill>
              <a:latin typeface="Times New Roman"/>
              <a:cs typeface="Times New Roman"/>
            </a:endParaRPr>
          </a:p>
        </p:txBody>
      </p:sp>
      <p:sp>
        <p:nvSpPr>
          <p:cNvPr id="4" name="Slide Number Placeholder 3">
            <a:extLst>
              <a:ext uri="{FF2B5EF4-FFF2-40B4-BE49-F238E27FC236}">
                <a16:creationId xmlns:a16="http://schemas.microsoft.com/office/drawing/2014/main" id="{F1A85D9A-0B89-4B2C-B79F-0F7D4478D005}"/>
              </a:ext>
            </a:extLst>
          </p:cNvPr>
          <p:cNvSpPr>
            <a:spLocks noGrp="1"/>
          </p:cNvSpPr>
          <p:nvPr>
            <p:ph type="sldNum" sz="quarter" idx="12"/>
          </p:nvPr>
        </p:nvSpPr>
        <p:spPr>
          <a:xfrm>
            <a:off x="8610600" y="6324600"/>
            <a:ext cx="2743200" cy="365125"/>
          </a:xfrm>
        </p:spPr>
        <p:txBody>
          <a:bodyPr>
            <a:normAutofit/>
          </a:bodyPr>
          <a:lstStyle/>
          <a:p>
            <a:pPr>
              <a:spcAft>
                <a:spcPts val="600"/>
              </a:spcAft>
            </a:pPr>
            <a:fld id="{73B850FF-6169-4056-8077-06FFA93A5366}" type="slidenum">
              <a:rPr lang="en-US">
                <a:solidFill>
                  <a:schemeClr val="tx1">
                    <a:alpha val="60000"/>
                  </a:schemeClr>
                </a:solidFill>
              </a:rPr>
              <a:pPr>
                <a:spcAft>
                  <a:spcPts val="600"/>
                </a:spcAft>
              </a:pPr>
              <a:t>10</a:t>
            </a:fld>
            <a:endParaRPr lang="en-US">
              <a:solidFill>
                <a:schemeClr val="tx1">
                  <a:alpha val="60000"/>
                </a:schemeClr>
              </a:solidFill>
            </a:endParaRPr>
          </a:p>
        </p:txBody>
      </p:sp>
    </p:spTree>
    <p:extLst>
      <p:ext uri="{BB962C8B-B14F-4D97-AF65-F5344CB8AC3E}">
        <p14:creationId xmlns:p14="http://schemas.microsoft.com/office/powerpoint/2010/main" val="17774854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13" name="Picture 12">
            <a:extLst>
              <a:ext uri="{FF2B5EF4-FFF2-40B4-BE49-F238E27FC236}">
                <a16:creationId xmlns:a16="http://schemas.microsoft.com/office/drawing/2014/main" id="{A72D06A1-BA08-4820-BBC8-B24DDB32A3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C0E24C61-2B26-9A88-3CD7-F255D4FE34C7}"/>
              </a:ext>
            </a:extLst>
          </p:cNvPr>
          <p:cNvSpPr>
            <a:spLocks noGrp="1"/>
          </p:cNvSpPr>
          <p:nvPr>
            <p:ph type="title"/>
          </p:nvPr>
        </p:nvSpPr>
        <p:spPr>
          <a:xfrm>
            <a:off x="838201" y="559813"/>
            <a:ext cx="10348146" cy="1675009"/>
          </a:xfrm>
        </p:spPr>
        <p:txBody>
          <a:bodyPr anchor="t">
            <a:normAutofit/>
          </a:bodyPr>
          <a:lstStyle/>
          <a:p>
            <a:r>
              <a:rPr lang="en-US" dirty="0">
                <a:solidFill>
                  <a:schemeClr val="tx2"/>
                </a:solidFill>
                <a:latin typeface="Avenir Next LT Pro"/>
                <a:cs typeface="Times New Roman"/>
              </a:rPr>
              <a:t>Defining the population</a:t>
            </a:r>
            <a:endParaRPr lang="en-US" dirty="0">
              <a:solidFill>
                <a:schemeClr val="tx2"/>
              </a:solidFill>
              <a:cs typeface="Times New Roman"/>
            </a:endParaRPr>
          </a:p>
        </p:txBody>
      </p:sp>
      <p:pic>
        <p:nvPicPr>
          <p:cNvPr id="15" name="Picture 14">
            <a:extLst>
              <a:ext uri="{FF2B5EF4-FFF2-40B4-BE49-F238E27FC236}">
                <a16:creationId xmlns:a16="http://schemas.microsoft.com/office/drawing/2014/main" id="{1295E665-0408-4072-94B3-49BA5ACBCB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r="46048"/>
          <a:stretch/>
        </p:blipFill>
        <p:spPr>
          <a:xfrm rot="10800000">
            <a:off x="0" y="2719662"/>
            <a:ext cx="1371600" cy="2548349"/>
          </a:xfrm>
          <a:prstGeom prst="rect">
            <a:avLst/>
          </a:prstGeom>
        </p:spPr>
      </p:pic>
      <p:sp>
        <p:nvSpPr>
          <p:cNvPr id="3" name="Content Placeholder 2">
            <a:extLst>
              <a:ext uri="{FF2B5EF4-FFF2-40B4-BE49-F238E27FC236}">
                <a16:creationId xmlns:a16="http://schemas.microsoft.com/office/drawing/2014/main" id="{C5F2372E-8A92-D2EC-CDA6-6D5E61415D4D}"/>
              </a:ext>
            </a:extLst>
          </p:cNvPr>
          <p:cNvSpPr>
            <a:spLocks noGrp="1"/>
          </p:cNvSpPr>
          <p:nvPr>
            <p:ph idx="1"/>
          </p:nvPr>
        </p:nvSpPr>
        <p:spPr>
          <a:xfrm>
            <a:off x="1365687" y="1196597"/>
            <a:ext cx="9820291" cy="5043490"/>
          </a:xfrm>
        </p:spPr>
        <p:txBody>
          <a:bodyPr anchor="ctr">
            <a:normAutofit/>
          </a:bodyPr>
          <a:lstStyle/>
          <a:p>
            <a:pPr>
              <a:lnSpc>
                <a:spcPct val="70000"/>
              </a:lnSpc>
            </a:pPr>
            <a:r>
              <a:rPr lang="en-US" sz="2400" dirty="0">
                <a:solidFill>
                  <a:schemeClr val="tx2"/>
                </a:solidFill>
                <a:latin typeface="Times New Roman"/>
                <a:ea typeface="+mn-lt"/>
                <a:cs typeface="Times New Roman"/>
              </a:rPr>
              <a:t>The defined population needs to be large enough so that age, sex and other specific rates are meaningful. </a:t>
            </a:r>
            <a:endParaRPr lang="en-US" dirty="0">
              <a:solidFill>
                <a:schemeClr val="tx2"/>
              </a:solidFill>
              <a:latin typeface="Avenir Next LT Pro"/>
              <a:ea typeface="+mn-lt"/>
              <a:cs typeface="Times New Roman"/>
            </a:endParaRPr>
          </a:p>
          <a:p>
            <a:pPr>
              <a:lnSpc>
                <a:spcPct val="70000"/>
              </a:lnSpc>
            </a:pPr>
            <a:r>
              <a:rPr lang="en-US" sz="2400" dirty="0">
                <a:solidFill>
                  <a:schemeClr val="tx2"/>
                </a:solidFill>
                <a:latin typeface="Times New Roman"/>
                <a:ea typeface="+mn-lt"/>
                <a:cs typeface="Times New Roman"/>
              </a:rPr>
              <a:t>The community chosen should be stable, without migration into or out of the area. </a:t>
            </a:r>
            <a:endParaRPr lang="en-US" sz="2400" dirty="0">
              <a:solidFill>
                <a:schemeClr val="tx2"/>
              </a:solidFill>
              <a:latin typeface="Times New Roman"/>
              <a:cs typeface="Times New Roman"/>
            </a:endParaRPr>
          </a:p>
          <a:p>
            <a:pPr>
              <a:lnSpc>
                <a:spcPct val="70000"/>
              </a:lnSpc>
            </a:pPr>
            <a:r>
              <a:rPr lang="en-US" sz="2400" dirty="0">
                <a:solidFill>
                  <a:schemeClr val="tx2"/>
                </a:solidFill>
                <a:latin typeface="Times New Roman"/>
                <a:ea typeface="+mn-lt"/>
                <a:cs typeface="Times New Roman"/>
              </a:rPr>
              <a:t>Community participation must be forthcoming.</a:t>
            </a:r>
            <a:endParaRPr lang="en-US">
              <a:solidFill>
                <a:schemeClr val="tx2"/>
              </a:solidFill>
            </a:endParaRPr>
          </a:p>
          <a:p>
            <a:pPr>
              <a:lnSpc>
                <a:spcPct val="70000"/>
              </a:lnSpc>
            </a:pPr>
            <a:r>
              <a:rPr lang="en-US" sz="2400" dirty="0">
                <a:solidFill>
                  <a:schemeClr val="tx2"/>
                </a:solidFill>
                <a:latin typeface="Times New Roman"/>
                <a:ea typeface="+mn-lt"/>
                <a:cs typeface="Times New Roman"/>
              </a:rPr>
              <a:t>Population should not be overtly different from other communities in the region. </a:t>
            </a:r>
            <a:endParaRPr lang="en-US">
              <a:solidFill>
                <a:schemeClr val="tx2"/>
              </a:solidFill>
              <a:latin typeface="Avenir Next LT Pro"/>
              <a:ea typeface="+mn-lt"/>
              <a:cs typeface="Times New Roman"/>
            </a:endParaRPr>
          </a:p>
          <a:p>
            <a:pPr>
              <a:lnSpc>
                <a:spcPct val="70000"/>
              </a:lnSpc>
            </a:pPr>
            <a:r>
              <a:rPr lang="en-US" sz="2400" dirty="0">
                <a:solidFill>
                  <a:schemeClr val="tx2"/>
                </a:solidFill>
                <a:latin typeface="Times New Roman"/>
                <a:ea typeface="+mn-lt"/>
                <a:cs typeface="Times New Roman"/>
              </a:rPr>
              <a:t>Health facility should be close enough to provide relatively easy access for patients requiring medical services. </a:t>
            </a:r>
            <a:endParaRPr lang="en-US" dirty="0">
              <a:solidFill>
                <a:schemeClr val="tx2"/>
              </a:solidFill>
              <a:latin typeface="Avenir Next LT Pro"/>
              <a:ea typeface="+mn-lt"/>
              <a:cs typeface="Times New Roman"/>
            </a:endParaRPr>
          </a:p>
          <a:p>
            <a:pPr>
              <a:lnSpc>
                <a:spcPct val="70000"/>
              </a:lnSpc>
            </a:pPr>
            <a:endParaRPr lang="en-US" sz="2400" dirty="0">
              <a:solidFill>
                <a:schemeClr val="tx2"/>
              </a:solidFill>
              <a:latin typeface="Times New Roman"/>
              <a:cs typeface="Times New Roman"/>
            </a:endParaRPr>
          </a:p>
        </p:txBody>
      </p:sp>
      <p:sp>
        <p:nvSpPr>
          <p:cNvPr id="4" name="Slide Number Placeholder 3">
            <a:extLst>
              <a:ext uri="{FF2B5EF4-FFF2-40B4-BE49-F238E27FC236}">
                <a16:creationId xmlns:a16="http://schemas.microsoft.com/office/drawing/2014/main" id="{F1A85D9A-0B89-4B2C-B79F-0F7D4478D005}"/>
              </a:ext>
            </a:extLst>
          </p:cNvPr>
          <p:cNvSpPr>
            <a:spLocks noGrp="1"/>
          </p:cNvSpPr>
          <p:nvPr>
            <p:ph type="sldNum" sz="quarter" idx="12"/>
          </p:nvPr>
        </p:nvSpPr>
        <p:spPr>
          <a:xfrm>
            <a:off x="8610600" y="6324600"/>
            <a:ext cx="2743200" cy="365125"/>
          </a:xfrm>
        </p:spPr>
        <p:txBody>
          <a:bodyPr>
            <a:normAutofit/>
          </a:bodyPr>
          <a:lstStyle/>
          <a:p>
            <a:pPr>
              <a:spcAft>
                <a:spcPts val="600"/>
              </a:spcAft>
            </a:pPr>
            <a:fld id="{73B850FF-6169-4056-8077-06FFA93A5366}" type="slidenum">
              <a:rPr lang="en-US">
                <a:solidFill>
                  <a:schemeClr val="tx1">
                    <a:alpha val="60000"/>
                  </a:schemeClr>
                </a:solidFill>
              </a:rPr>
              <a:pPr>
                <a:spcAft>
                  <a:spcPts val="600"/>
                </a:spcAft>
              </a:pPr>
              <a:t>11</a:t>
            </a:fld>
            <a:endParaRPr lang="en-US">
              <a:solidFill>
                <a:schemeClr val="tx1">
                  <a:alpha val="60000"/>
                </a:schemeClr>
              </a:solidFill>
            </a:endParaRPr>
          </a:p>
        </p:txBody>
      </p:sp>
    </p:spTree>
    <p:extLst>
      <p:ext uri="{BB962C8B-B14F-4D97-AF65-F5344CB8AC3E}">
        <p14:creationId xmlns:p14="http://schemas.microsoft.com/office/powerpoint/2010/main" val="1071452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13" name="Picture 12">
            <a:extLst>
              <a:ext uri="{FF2B5EF4-FFF2-40B4-BE49-F238E27FC236}">
                <a16:creationId xmlns:a16="http://schemas.microsoft.com/office/drawing/2014/main" id="{A72D06A1-BA08-4820-BBC8-B24DDB32A3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C0E24C61-2B26-9A88-3CD7-F255D4FE34C7}"/>
              </a:ext>
            </a:extLst>
          </p:cNvPr>
          <p:cNvSpPr>
            <a:spLocks noGrp="1"/>
          </p:cNvSpPr>
          <p:nvPr>
            <p:ph type="title"/>
          </p:nvPr>
        </p:nvSpPr>
        <p:spPr>
          <a:xfrm>
            <a:off x="838201" y="559813"/>
            <a:ext cx="10348146" cy="1675009"/>
          </a:xfrm>
        </p:spPr>
        <p:txBody>
          <a:bodyPr anchor="t">
            <a:normAutofit/>
          </a:bodyPr>
          <a:lstStyle/>
          <a:p>
            <a:r>
              <a:rPr lang="en-US" dirty="0">
                <a:solidFill>
                  <a:schemeClr val="tx2"/>
                </a:solidFill>
                <a:latin typeface="Avenir Next LT Pro"/>
                <a:cs typeface="Times New Roman"/>
              </a:rPr>
              <a:t>Defining the population</a:t>
            </a:r>
            <a:endParaRPr lang="en-US" dirty="0">
              <a:solidFill>
                <a:schemeClr val="tx2"/>
              </a:solidFill>
              <a:cs typeface="Times New Roman"/>
            </a:endParaRPr>
          </a:p>
        </p:txBody>
      </p:sp>
      <p:pic>
        <p:nvPicPr>
          <p:cNvPr id="15" name="Picture 14">
            <a:extLst>
              <a:ext uri="{FF2B5EF4-FFF2-40B4-BE49-F238E27FC236}">
                <a16:creationId xmlns:a16="http://schemas.microsoft.com/office/drawing/2014/main" id="{1295E665-0408-4072-94B3-49BA5ACBCB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r="46048"/>
          <a:stretch/>
        </p:blipFill>
        <p:spPr>
          <a:xfrm rot="10800000">
            <a:off x="0" y="2719662"/>
            <a:ext cx="1371600" cy="2548349"/>
          </a:xfrm>
          <a:prstGeom prst="rect">
            <a:avLst/>
          </a:prstGeom>
        </p:spPr>
      </p:pic>
      <p:sp>
        <p:nvSpPr>
          <p:cNvPr id="3" name="Content Placeholder 2">
            <a:extLst>
              <a:ext uri="{FF2B5EF4-FFF2-40B4-BE49-F238E27FC236}">
                <a16:creationId xmlns:a16="http://schemas.microsoft.com/office/drawing/2014/main" id="{C5F2372E-8A92-D2EC-CDA6-6D5E61415D4D}"/>
              </a:ext>
            </a:extLst>
          </p:cNvPr>
          <p:cNvSpPr>
            <a:spLocks noGrp="1"/>
          </p:cNvSpPr>
          <p:nvPr>
            <p:ph idx="1"/>
          </p:nvPr>
        </p:nvSpPr>
        <p:spPr>
          <a:xfrm>
            <a:off x="1365687" y="1196597"/>
            <a:ext cx="9820291" cy="5043490"/>
          </a:xfrm>
        </p:spPr>
        <p:txBody>
          <a:bodyPr anchor="ctr">
            <a:normAutofit/>
          </a:bodyPr>
          <a:lstStyle/>
          <a:p>
            <a:pPr>
              <a:lnSpc>
                <a:spcPct val="70000"/>
              </a:lnSpc>
            </a:pPr>
            <a:r>
              <a:rPr lang="en-US" sz="2400" dirty="0">
                <a:solidFill>
                  <a:schemeClr val="tx2"/>
                </a:solidFill>
                <a:latin typeface="Times New Roman"/>
                <a:ea typeface="+mn-lt"/>
                <a:cs typeface="Times New Roman"/>
              </a:rPr>
              <a:t>The concept of ‘defined population’ (or population at risk) is crucial in epidemiological studies. It provides the denominator for calculating rates which are essential to measure the frequency of disease and study its distribution and determinants. </a:t>
            </a:r>
          </a:p>
          <a:p>
            <a:pPr>
              <a:lnSpc>
                <a:spcPct val="70000"/>
              </a:lnSpc>
            </a:pPr>
            <a:r>
              <a:rPr lang="en-US" sz="2400" dirty="0">
                <a:solidFill>
                  <a:schemeClr val="tx2"/>
                </a:solidFill>
                <a:latin typeface="Times New Roman"/>
                <a:ea typeface="+mn-lt"/>
                <a:cs typeface="Times New Roman"/>
              </a:rPr>
              <a:t>Epidemiologists therefore have been labelled as men in search of a denominator</a:t>
            </a:r>
            <a:endParaRPr lang="en-US" sz="2400">
              <a:solidFill>
                <a:schemeClr val="tx2"/>
              </a:solidFill>
              <a:latin typeface="Times New Roman"/>
              <a:cs typeface="Times New Roman"/>
            </a:endParaRPr>
          </a:p>
        </p:txBody>
      </p:sp>
      <p:sp>
        <p:nvSpPr>
          <p:cNvPr id="4" name="Slide Number Placeholder 3">
            <a:extLst>
              <a:ext uri="{FF2B5EF4-FFF2-40B4-BE49-F238E27FC236}">
                <a16:creationId xmlns:a16="http://schemas.microsoft.com/office/drawing/2014/main" id="{F1A85D9A-0B89-4B2C-B79F-0F7D4478D005}"/>
              </a:ext>
            </a:extLst>
          </p:cNvPr>
          <p:cNvSpPr>
            <a:spLocks noGrp="1"/>
          </p:cNvSpPr>
          <p:nvPr>
            <p:ph type="sldNum" sz="quarter" idx="12"/>
          </p:nvPr>
        </p:nvSpPr>
        <p:spPr>
          <a:xfrm>
            <a:off x="8610600" y="6324600"/>
            <a:ext cx="2743200" cy="365125"/>
          </a:xfrm>
        </p:spPr>
        <p:txBody>
          <a:bodyPr>
            <a:normAutofit/>
          </a:bodyPr>
          <a:lstStyle/>
          <a:p>
            <a:pPr>
              <a:spcAft>
                <a:spcPts val="600"/>
              </a:spcAft>
            </a:pPr>
            <a:fld id="{73B850FF-6169-4056-8077-06FFA93A5366}" type="slidenum">
              <a:rPr lang="en-US">
                <a:solidFill>
                  <a:schemeClr val="tx1">
                    <a:alpha val="60000"/>
                  </a:schemeClr>
                </a:solidFill>
              </a:rPr>
              <a:pPr>
                <a:spcAft>
                  <a:spcPts val="600"/>
                </a:spcAft>
              </a:pPr>
              <a:t>12</a:t>
            </a:fld>
            <a:endParaRPr lang="en-US">
              <a:solidFill>
                <a:schemeClr val="tx1">
                  <a:alpha val="60000"/>
                </a:schemeClr>
              </a:solidFill>
            </a:endParaRPr>
          </a:p>
        </p:txBody>
      </p:sp>
    </p:spTree>
    <p:extLst>
      <p:ext uri="{BB962C8B-B14F-4D97-AF65-F5344CB8AC3E}">
        <p14:creationId xmlns:p14="http://schemas.microsoft.com/office/powerpoint/2010/main" val="9427219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13" name="Picture 12">
            <a:extLst>
              <a:ext uri="{FF2B5EF4-FFF2-40B4-BE49-F238E27FC236}">
                <a16:creationId xmlns:a16="http://schemas.microsoft.com/office/drawing/2014/main" id="{A72D06A1-BA08-4820-BBC8-B24DDB32A3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C0E24C61-2B26-9A88-3CD7-F255D4FE34C7}"/>
              </a:ext>
            </a:extLst>
          </p:cNvPr>
          <p:cNvSpPr>
            <a:spLocks noGrp="1"/>
          </p:cNvSpPr>
          <p:nvPr>
            <p:ph type="title"/>
          </p:nvPr>
        </p:nvSpPr>
        <p:spPr>
          <a:xfrm>
            <a:off x="838201" y="559813"/>
            <a:ext cx="10348146" cy="1675009"/>
          </a:xfrm>
        </p:spPr>
        <p:txBody>
          <a:bodyPr anchor="t">
            <a:normAutofit/>
          </a:bodyPr>
          <a:lstStyle/>
          <a:p>
            <a:r>
              <a:rPr lang="en-US" dirty="0">
                <a:solidFill>
                  <a:schemeClr val="tx2"/>
                </a:solidFill>
                <a:latin typeface="Avenir Next LT Pro"/>
                <a:cs typeface="Times New Roman"/>
              </a:rPr>
              <a:t>Defining the disease</a:t>
            </a:r>
            <a:endParaRPr lang="en-US" dirty="0">
              <a:solidFill>
                <a:schemeClr val="tx2"/>
              </a:solidFill>
            </a:endParaRPr>
          </a:p>
        </p:txBody>
      </p:sp>
      <p:pic>
        <p:nvPicPr>
          <p:cNvPr id="15" name="Picture 14">
            <a:extLst>
              <a:ext uri="{FF2B5EF4-FFF2-40B4-BE49-F238E27FC236}">
                <a16:creationId xmlns:a16="http://schemas.microsoft.com/office/drawing/2014/main" id="{1295E665-0408-4072-94B3-49BA5ACBCB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r="46048"/>
          <a:stretch/>
        </p:blipFill>
        <p:spPr>
          <a:xfrm rot="10800000">
            <a:off x="0" y="2719662"/>
            <a:ext cx="1371600" cy="2548349"/>
          </a:xfrm>
          <a:prstGeom prst="rect">
            <a:avLst/>
          </a:prstGeom>
        </p:spPr>
      </p:pic>
      <p:sp>
        <p:nvSpPr>
          <p:cNvPr id="3" name="Content Placeholder 2">
            <a:extLst>
              <a:ext uri="{FF2B5EF4-FFF2-40B4-BE49-F238E27FC236}">
                <a16:creationId xmlns:a16="http://schemas.microsoft.com/office/drawing/2014/main" id="{C5F2372E-8A92-D2EC-CDA6-6D5E61415D4D}"/>
              </a:ext>
            </a:extLst>
          </p:cNvPr>
          <p:cNvSpPr>
            <a:spLocks noGrp="1"/>
          </p:cNvSpPr>
          <p:nvPr>
            <p:ph idx="1"/>
          </p:nvPr>
        </p:nvSpPr>
        <p:spPr>
          <a:xfrm>
            <a:off x="1479987" y="1323597"/>
            <a:ext cx="9705991" cy="4916490"/>
          </a:xfrm>
        </p:spPr>
        <p:txBody>
          <a:bodyPr anchor="ctr">
            <a:normAutofit/>
          </a:bodyPr>
          <a:lstStyle/>
          <a:p>
            <a:r>
              <a:rPr lang="en-US" sz="2400" dirty="0">
                <a:solidFill>
                  <a:schemeClr val="tx2"/>
                </a:solidFill>
                <a:latin typeface="Times New Roman"/>
                <a:cs typeface="Times New Roman"/>
              </a:rPr>
              <a:t>The clinician may not need a precise definition of disease (e.g., migraine) for immediate patient care. If the diagnosis is wrong, he can revise it subsequently. </a:t>
            </a:r>
            <a:endParaRPr lang="en-US" sz="2400">
              <a:solidFill>
                <a:schemeClr val="tx2"/>
              </a:solidFill>
              <a:latin typeface="Times New Roman"/>
              <a:cs typeface="Times New Roman"/>
            </a:endParaRPr>
          </a:p>
          <a:p>
            <a:r>
              <a:rPr lang="en-US" sz="2400" dirty="0">
                <a:solidFill>
                  <a:schemeClr val="tx2"/>
                </a:solidFill>
                <a:latin typeface="Times New Roman"/>
                <a:cs typeface="Times New Roman"/>
              </a:rPr>
              <a:t>Epidemiologist, whose main concern is to obtain an accurate estimate of disease in a population, needs a definition that is both precise and valid to enable him (or observers working in field conditions) to identify those who have the disease from those who do not. </a:t>
            </a:r>
            <a:endParaRPr lang="en-US" sz="2400">
              <a:solidFill>
                <a:schemeClr val="tx2"/>
              </a:solidFill>
              <a:latin typeface="Times New Roman"/>
              <a:cs typeface="Times New Roman"/>
            </a:endParaRPr>
          </a:p>
          <a:p>
            <a:r>
              <a:rPr lang="en-US" sz="2400" dirty="0">
                <a:solidFill>
                  <a:schemeClr val="tx2"/>
                </a:solidFill>
                <a:latin typeface="Times New Roman"/>
                <a:cs typeface="Times New Roman"/>
              </a:rPr>
              <a:t>The diagnostic methods for use in epidemiological studies must be acceptable to the population to be studied, and applicable to their use in large populations.</a:t>
            </a:r>
            <a:endParaRPr lang="en-US" sz="2400">
              <a:solidFill>
                <a:schemeClr val="tx2"/>
              </a:solidFill>
              <a:latin typeface="Times New Roman"/>
              <a:cs typeface="Times New Roman"/>
            </a:endParaRPr>
          </a:p>
        </p:txBody>
      </p:sp>
      <p:sp>
        <p:nvSpPr>
          <p:cNvPr id="4" name="Slide Number Placeholder 3">
            <a:extLst>
              <a:ext uri="{FF2B5EF4-FFF2-40B4-BE49-F238E27FC236}">
                <a16:creationId xmlns:a16="http://schemas.microsoft.com/office/drawing/2014/main" id="{F1A85D9A-0B89-4B2C-B79F-0F7D4478D005}"/>
              </a:ext>
            </a:extLst>
          </p:cNvPr>
          <p:cNvSpPr>
            <a:spLocks noGrp="1"/>
          </p:cNvSpPr>
          <p:nvPr>
            <p:ph type="sldNum" sz="quarter" idx="12"/>
          </p:nvPr>
        </p:nvSpPr>
        <p:spPr>
          <a:xfrm>
            <a:off x="8610600" y="6324600"/>
            <a:ext cx="2743200" cy="365125"/>
          </a:xfrm>
        </p:spPr>
        <p:txBody>
          <a:bodyPr>
            <a:normAutofit/>
          </a:bodyPr>
          <a:lstStyle/>
          <a:p>
            <a:pPr>
              <a:spcAft>
                <a:spcPts val="600"/>
              </a:spcAft>
            </a:pPr>
            <a:fld id="{73B850FF-6169-4056-8077-06FFA93A5366}" type="slidenum">
              <a:rPr lang="en-US">
                <a:solidFill>
                  <a:schemeClr val="tx1">
                    <a:alpha val="60000"/>
                  </a:schemeClr>
                </a:solidFill>
              </a:rPr>
              <a:pPr>
                <a:spcAft>
                  <a:spcPts val="600"/>
                </a:spcAft>
              </a:pPr>
              <a:t>13</a:t>
            </a:fld>
            <a:endParaRPr lang="en-US">
              <a:solidFill>
                <a:schemeClr val="tx1">
                  <a:alpha val="60000"/>
                </a:schemeClr>
              </a:solidFill>
            </a:endParaRPr>
          </a:p>
        </p:txBody>
      </p:sp>
    </p:spTree>
    <p:extLst>
      <p:ext uri="{BB962C8B-B14F-4D97-AF65-F5344CB8AC3E}">
        <p14:creationId xmlns:p14="http://schemas.microsoft.com/office/powerpoint/2010/main" val="22139566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13" name="Picture 12">
            <a:extLst>
              <a:ext uri="{FF2B5EF4-FFF2-40B4-BE49-F238E27FC236}">
                <a16:creationId xmlns:a16="http://schemas.microsoft.com/office/drawing/2014/main" id="{A72D06A1-BA08-4820-BBC8-B24DDB32A3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C0E24C61-2B26-9A88-3CD7-F255D4FE34C7}"/>
              </a:ext>
            </a:extLst>
          </p:cNvPr>
          <p:cNvSpPr>
            <a:spLocks noGrp="1"/>
          </p:cNvSpPr>
          <p:nvPr>
            <p:ph type="title"/>
          </p:nvPr>
        </p:nvSpPr>
        <p:spPr>
          <a:xfrm>
            <a:off x="685801" y="178813"/>
            <a:ext cx="10348146" cy="862209"/>
          </a:xfrm>
        </p:spPr>
        <p:txBody>
          <a:bodyPr anchor="t">
            <a:normAutofit/>
          </a:bodyPr>
          <a:lstStyle/>
          <a:p>
            <a:r>
              <a:rPr lang="en-US" dirty="0">
                <a:solidFill>
                  <a:schemeClr val="tx2"/>
                </a:solidFill>
                <a:latin typeface="Avenir Next LT Pro"/>
                <a:cs typeface="Times New Roman"/>
              </a:rPr>
              <a:t>Operational definition</a:t>
            </a:r>
            <a:endParaRPr lang="en-US" dirty="0">
              <a:solidFill>
                <a:schemeClr val="tx2"/>
              </a:solidFill>
            </a:endParaRPr>
          </a:p>
        </p:txBody>
      </p:sp>
      <p:pic>
        <p:nvPicPr>
          <p:cNvPr id="15" name="Picture 14">
            <a:extLst>
              <a:ext uri="{FF2B5EF4-FFF2-40B4-BE49-F238E27FC236}">
                <a16:creationId xmlns:a16="http://schemas.microsoft.com/office/drawing/2014/main" id="{1295E665-0408-4072-94B3-49BA5ACBCB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r="46048"/>
          <a:stretch/>
        </p:blipFill>
        <p:spPr>
          <a:xfrm rot="10800000">
            <a:off x="0" y="2719662"/>
            <a:ext cx="1371600" cy="2548349"/>
          </a:xfrm>
          <a:prstGeom prst="rect">
            <a:avLst/>
          </a:prstGeom>
        </p:spPr>
      </p:pic>
      <p:sp>
        <p:nvSpPr>
          <p:cNvPr id="3" name="Content Placeholder 2">
            <a:extLst>
              <a:ext uri="{FF2B5EF4-FFF2-40B4-BE49-F238E27FC236}">
                <a16:creationId xmlns:a16="http://schemas.microsoft.com/office/drawing/2014/main" id="{C5F2372E-8A92-D2EC-CDA6-6D5E61415D4D}"/>
              </a:ext>
            </a:extLst>
          </p:cNvPr>
          <p:cNvSpPr>
            <a:spLocks noGrp="1"/>
          </p:cNvSpPr>
          <p:nvPr>
            <p:ph idx="1"/>
          </p:nvPr>
        </p:nvSpPr>
        <p:spPr>
          <a:xfrm>
            <a:off x="1867671" y="989387"/>
            <a:ext cx="9705991" cy="4916490"/>
          </a:xfrm>
        </p:spPr>
        <p:txBody>
          <a:bodyPr anchor="ctr">
            <a:normAutofit fontScale="92500" lnSpcReduction="20000"/>
          </a:bodyPr>
          <a:lstStyle/>
          <a:p>
            <a:pPr>
              <a:lnSpc>
                <a:spcPct val="90000"/>
              </a:lnSpc>
            </a:pPr>
            <a:r>
              <a:rPr lang="en-US" sz="2400" dirty="0">
                <a:solidFill>
                  <a:srgbClr val="000000"/>
                </a:solidFill>
                <a:latin typeface="Times New Roman"/>
                <a:cs typeface="Times New Roman"/>
              </a:rPr>
              <a:t>A definition by which the disease or condition can be identified and measured in the defined population with a degree of accuracy. </a:t>
            </a:r>
            <a:endParaRPr lang="en-US">
              <a:solidFill>
                <a:srgbClr val="000000"/>
              </a:solidFill>
              <a:latin typeface="Times New Roman"/>
              <a:cs typeface="Times New Roman"/>
            </a:endParaRPr>
          </a:p>
          <a:p>
            <a:pPr>
              <a:lnSpc>
                <a:spcPct val="90000"/>
              </a:lnSpc>
            </a:pPr>
            <a:r>
              <a:rPr lang="en-US" sz="2400" dirty="0">
                <a:solidFill>
                  <a:srgbClr val="000000"/>
                </a:solidFill>
                <a:latin typeface="Times New Roman"/>
                <a:cs typeface="Times New Roman"/>
              </a:rPr>
              <a:t>Tonsillitis might be defined clinically as an inflammation of the tonsils caused by infection, usually with streptococcus pyogenes.  </a:t>
            </a:r>
            <a:endParaRPr lang="en-US">
              <a:solidFill>
                <a:srgbClr val="000000"/>
              </a:solidFill>
              <a:latin typeface="Times New Roman"/>
              <a:cs typeface="Times New Roman"/>
            </a:endParaRPr>
          </a:p>
          <a:p>
            <a:pPr>
              <a:lnSpc>
                <a:spcPct val="90000"/>
              </a:lnSpc>
            </a:pPr>
            <a:r>
              <a:rPr lang="en-US" sz="2400" dirty="0">
                <a:solidFill>
                  <a:srgbClr val="000000"/>
                </a:solidFill>
                <a:latin typeface="Times New Roman"/>
                <a:cs typeface="Times New Roman"/>
              </a:rPr>
              <a:t>An “operational definition” spells out clearly the criteria by which the disease can be measured. Such criteria in the case of tonsillitis would include the presence of enlarged, red tonsils with white exudate, which on throat swab culture grow predominantly S. pyogenes. </a:t>
            </a:r>
            <a:endParaRPr lang="en-US">
              <a:solidFill>
                <a:srgbClr val="000000"/>
              </a:solidFill>
              <a:latin typeface="Times New Roman"/>
              <a:cs typeface="Times New Roman"/>
            </a:endParaRPr>
          </a:p>
          <a:p>
            <a:pPr>
              <a:lnSpc>
                <a:spcPct val="90000"/>
              </a:lnSpc>
            </a:pPr>
            <a:r>
              <a:rPr lang="en-US" sz="2400" dirty="0">
                <a:solidFill>
                  <a:srgbClr val="000000"/>
                </a:solidFill>
                <a:latin typeface="Times New Roman"/>
                <a:cs typeface="Times New Roman"/>
              </a:rPr>
              <a:t>If the definition is not valid, it would be a powerful source of error in the presentation and comparability of measurements from different sources.</a:t>
            </a:r>
            <a:endParaRPr lang="en-US">
              <a:solidFill>
                <a:srgbClr val="000000"/>
              </a:solidFill>
              <a:latin typeface="Times New Roman"/>
              <a:cs typeface="Times New Roman"/>
            </a:endParaRPr>
          </a:p>
          <a:p>
            <a:pPr>
              <a:lnSpc>
                <a:spcPct val="90000"/>
              </a:lnSpc>
            </a:pPr>
            <a:r>
              <a:rPr lang="en-US" sz="2400" dirty="0">
                <a:solidFill>
                  <a:srgbClr val="000000"/>
                </a:solidFill>
                <a:latin typeface="Times New Roman"/>
                <a:cs typeface="Times New Roman"/>
              </a:rPr>
              <a:t>Certain diseases (e.g., neurological diseases) which often do not have pathognomonic signs and symptoms, disease definition is a crucial concern for the epidemiologist. In such cases, the epidemiologist frames his own definition keeping the objectives of his study in view and aiming at the same time a degree of accuracy sufficient for his purpose.</a:t>
            </a:r>
            <a:endParaRPr lang="en-US" dirty="0">
              <a:solidFill>
                <a:srgbClr val="000000"/>
              </a:solidFill>
              <a:latin typeface="Times New Roman"/>
              <a:cs typeface="Times New Roman"/>
            </a:endParaRPr>
          </a:p>
          <a:p>
            <a:pPr>
              <a:lnSpc>
                <a:spcPct val="90000"/>
              </a:lnSpc>
            </a:pPr>
            <a:r>
              <a:rPr lang="en-US" sz="2400" dirty="0">
                <a:solidFill>
                  <a:srgbClr val="000000"/>
                </a:solidFill>
                <a:latin typeface="Times New Roman"/>
                <a:cs typeface="Times New Roman"/>
              </a:rPr>
              <a:t> Once established, the case definition must be adhered to throughout the study. </a:t>
            </a:r>
          </a:p>
        </p:txBody>
      </p:sp>
      <p:sp>
        <p:nvSpPr>
          <p:cNvPr id="4" name="Slide Number Placeholder 3">
            <a:extLst>
              <a:ext uri="{FF2B5EF4-FFF2-40B4-BE49-F238E27FC236}">
                <a16:creationId xmlns:a16="http://schemas.microsoft.com/office/drawing/2014/main" id="{F1A85D9A-0B89-4B2C-B79F-0F7D4478D005}"/>
              </a:ext>
            </a:extLst>
          </p:cNvPr>
          <p:cNvSpPr>
            <a:spLocks noGrp="1"/>
          </p:cNvSpPr>
          <p:nvPr>
            <p:ph type="sldNum" sz="quarter" idx="12"/>
          </p:nvPr>
        </p:nvSpPr>
        <p:spPr>
          <a:xfrm>
            <a:off x="8610600" y="6324600"/>
            <a:ext cx="2743200" cy="365125"/>
          </a:xfrm>
        </p:spPr>
        <p:txBody>
          <a:bodyPr>
            <a:normAutofit/>
          </a:bodyPr>
          <a:lstStyle/>
          <a:p>
            <a:pPr>
              <a:spcAft>
                <a:spcPts val="600"/>
              </a:spcAft>
            </a:pPr>
            <a:fld id="{73B850FF-6169-4056-8077-06FFA93A5366}" type="slidenum">
              <a:rPr lang="en-US">
                <a:solidFill>
                  <a:schemeClr val="tx1">
                    <a:alpha val="60000"/>
                  </a:schemeClr>
                </a:solidFill>
              </a:rPr>
              <a:pPr>
                <a:spcAft>
                  <a:spcPts val="600"/>
                </a:spcAft>
              </a:pPr>
              <a:t>14</a:t>
            </a:fld>
            <a:endParaRPr lang="en-US">
              <a:solidFill>
                <a:schemeClr val="tx1">
                  <a:alpha val="60000"/>
                </a:schemeClr>
              </a:solidFill>
            </a:endParaRPr>
          </a:p>
        </p:txBody>
      </p:sp>
    </p:spTree>
    <p:extLst>
      <p:ext uri="{BB962C8B-B14F-4D97-AF65-F5344CB8AC3E}">
        <p14:creationId xmlns:p14="http://schemas.microsoft.com/office/powerpoint/2010/main" val="23396883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22" name="Rectangle 21">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24" name="Rectangle 23">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
            <a:ext cx="12192000" cy="221768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6" name="Rectangle 25">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1"/>
            <a:ext cx="12191999" cy="2224386"/>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0E24C61-2B26-9A88-3CD7-F255D4FE34C7}"/>
              </a:ext>
            </a:extLst>
          </p:cNvPr>
          <p:cNvSpPr>
            <a:spLocks noGrp="1"/>
          </p:cNvSpPr>
          <p:nvPr>
            <p:ph type="title"/>
          </p:nvPr>
        </p:nvSpPr>
        <p:spPr>
          <a:xfrm>
            <a:off x="838200" y="381000"/>
            <a:ext cx="10003218" cy="1600124"/>
          </a:xfrm>
        </p:spPr>
        <p:txBody>
          <a:bodyPr>
            <a:normAutofit/>
          </a:bodyPr>
          <a:lstStyle/>
          <a:p>
            <a:r>
              <a:rPr lang="en-US">
                <a:latin typeface="Avenir Next LT Pro"/>
                <a:cs typeface="Times New Roman"/>
              </a:rPr>
              <a:t>Describing the disease</a:t>
            </a:r>
            <a:endParaRPr lang="en-US"/>
          </a:p>
        </p:txBody>
      </p:sp>
      <p:sp>
        <p:nvSpPr>
          <p:cNvPr id="3" name="Content Placeholder 2">
            <a:extLst>
              <a:ext uri="{FF2B5EF4-FFF2-40B4-BE49-F238E27FC236}">
                <a16:creationId xmlns:a16="http://schemas.microsoft.com/office/drawing/2014/main" id="{C5F2372E-8A92-D2EC-CDA6-6D5E61415D4D}"/>
              </a:ext>
            </a:extLst>
          </p:cNvPr>
          <p:cNvSpPr>
            <a:spLocks noGrp="1"/>
          </p:cNvSpPr>
          <p:nvPr>
            <p:ph idx="1"/>
          </p:nvPr>
        </p:nvSpPr>
        <p:spPr>
          <a:xfrm>
            <a:off x="924464" y="2603181"/>
            <a:ext cx="4800600" cy="3552824"/>
          </a:xfrm>
        </p:spPr>
        <p:txBody>
          <a:bodyPr anchor="ctr">
            <a:normAutofit/>
          </a:bodyPr>
          <a:lstStyle/>
          <a:p>
            <a:r>
              <a:rPr lang="en-US" sz="2000" dirty="0">
                <a:solidFill>
                  <a:schemeClr val="tx1"/>
                </a:solidFill>
                <a:latin typeface="Times New Roman"/>
                <a:ea typeface="+mn-lt"/>
                <a:cs typeface="Times New Roman"/>
              </a:rPr>
              <a:t>The primary objective of descriptive epidemiology is to describe the occurrence and distribution of disease (or health-related events or characteristics within populations) by time, place and person, and identifying those characteristics associated with presence or absence of disease in individuals.</a:t>
            </a:r>
          </a:p>
          <a:p>
            <a:endParaRPr lang="en-US" sz="2000" dirty="0">
              <a:solidFill>
                <a:schemeClr val="tx1"/>
              </a:solidFill>
              <a:latin typeface="Times New Roman"/>
              <a:cs typeface="Times New Roman"/>
            </a:endParaRPr>
          </a:p>
        </p:txBody>
      </p:sp>
      <p:pic>
        <p:nvPicPr>
          <p:cNvPr id="5" name="Picture 5" descr="Text&#10;&#10;Description automatically generated">
            <a:extLst>
              <a:ext uri="{FF2B5EF4-FFF2-40B4-BE49-F238E27FC236}">
                <a16:creationId xmlns:a16="http://schemas.microsoft.com/office/drawing/2014/main" id="{6DD65267-8676-3D77-F96A-ACF935BA36C9}"/>
              </a:ext>
            </a:extLst>
          </p:cNvPr>
          <p:cNvPicPr>
            <a:picLocks noChangeAspect="1"/>
          </p:cNvPicPr>
          <p:nvPr/>
        </p:nvPicPr>
        <p:blipFill>
          <a:blip r:embed="rId3"/>
          <a:stretch>
            <a:fillRect/>
          </a:stretch>
        </p:blipFill>
        <p:spPr>
          <a:xfrm>
            <a:off x="5996628" y="3271958"/>
            <a:ext cx="5585772" cy="2499632"/>
          </a:xfrm>
          <a:prstGeom prst="rect">
            <a:avLst/>
          </a:prstGeom>
        </p:spPr>
      </p:pic>
      <p:sp>
        <p:nvSpPr>
          <p:cNvPr id="4" name="Slide Number Placeholder 3">
            <a:extLst>
              <a:ext uri="{FF2B5EF4-FFF2-40B4-BE49-F238E27FC236}">
                <a16:creationId xmlns:a16="http://schemas.microsoft.com/office/drawing/2014/main" id="{F1A85D9A-0B89-4B2C-B79F-0F7D4478D005}"/>
              </a:ext>
            </a:extLst>
          </p:cNvPr>
          <p:cNvSpPr>
            <a:spLocks noGrp="1"/>
          </p:cNvSpPr>
          <p:nvPr>
            <p:ph type="sldNum" sz="quarter" idx="12"/>
          </p:nvPr>
        </p:nvSpPr>
        <p:spPr>
          <a:xfrm>
            <a:off x="10186908" y="6327648"/>
            <a:ext cx="1166892" cy="365125"/>
          </a:xfrm>
        </p:spPr>
        <p:txBody>
          <a:bodyPr>
            <a:normAutofit/>
          </a:bodyPr>
          <a:lstStyle/>
          <a:p>
            <a:pPr>
              <a:spcAft>
                <a:spcPts val="600"/>
              </a:spcAft>
            </a:pPr>
            <a:fld id="{73B850FF-6169-4056-8077-06FFA93A5366}" type="slidenum">
              <a:rPr lang="en-US"/>
              <a:pPr>
                <a:spcAft>
                  <a:spcPts val="600"/>
                </a:spcAft>
              </a:pPr>
              <a:t>15</a:t>
            </a:fld>
            <a:endParaRPr lang="en-US"/>
          </a:p>
        </p:txBody>
      </p:sp>
    </p:spTree>
    <p:extLst>
      <p:ext uri="{BB962C8B-B14F-4D97-AF65-F5344CB8AC3E}">
        <p14:creationId xmlns:p14="http://schemas.microsoft.com/office/powerpoint/2010/main" val="18815747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33" name="Rectangle 32">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35" name="Picture 34">
            <a:extLst>
              <a:ext uri="{FF2B5EF4-FFF2-40B4-BE49-F238E27FC236}">
                <a16:creationId xmlns:a16="http://schemas.microsoft.com/office/drawing/2014/main" id="{A72D06A1-BA08-4820-BBC8-B24DDB32A3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C0E24C61-2B26-9A88-3CD7-F255D4FE34C7}"/>
              </a:ext>
            </a:extLst>
          </p:cNvPr>
          <p:cNvSpPr>
            <a:spLocks noGrp="1"/>
          </p:cNvSpPr>
          <p:nvPr>
            <p:ph type="title"/>
          </p:nvPr>
        </p:nvSpPr>
        <p:spPr>
          <a:xfrm>
            <a:off x="838201" y="559813"/>
            <a:ext cx="10348146" cy="1675009"/>
          </a:xfrm>
        </p:spPr>
        <p:txBody>
          <a:bodyPr anchor="t">
            <a:normAutofit/>
          </a:bodyPr>
          <a:lstStyle/>
          <a:p>
            <a:r>
              <a:rPr lang="en-US">
                <a:solidFill>
                  <a:schemeClr val="tx2"/>
                </a:solidFill>
                <a:latin typeface="Avenir Next LT Pro"/>
                <a:cs typeface="Times New Roman"/>
              </a:rPr>
              <a:t>Time Distribution</a:t>
            </a:r>
            <a:endParaRPr lang="en-US">
              <a:solidFill>
                <a:schemeClr val="tx2"/>
              </a:solidFill>
            </a:endParaRPr>
          </a:p>
        </p:txBody>
      </p:sp>
      <p:pic>
        <p:nvPicPr>
          <p:cNvPr id="37" name="Picture 36">
            <a:extLst>
              <a:ext uri="{FF2B5EF4-FFF2-40B4-BE49-F238E27FC236}">
                <a16:creationId xmlns:a16="http://schemas.microsoft.com/office/drawing/2014/main" id="{1295E665-0408-4072-94B3-49BA5ACBCB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r="46048"/>
          <a:stretch/>
        </p:blipFill>
        <p:spPr>
          <a:xfrm rot="10800000">
            <a:off x="0" y="2719662"/>
            <a:ext cx="1371600" cy="2548349"/>
          </a:xfrm>
          <a:prstGeom prst="rect">
            <a:avLst/>
          </a:prstGeom>
        </p:spPr>
      </p:pic>
      <p:sp>
        <p:nvSpPr>
          <p:cNvPr id="3" name="Content Placeholder 2">
            <a:extLst>
              <a:ext uri="{FF2B5EF4-FFF2-40B4-BE49-F238E27FC236}">
                <a16:creationId xmlns:a16="http://schemas.microsoft.com/office/drawing/2014/main" id="{C5F2372E-8A92-D2EC-CDA6-6D5E61415D4D}"/>
              </a:ext>
            </a:extLst>
          </p:cNvPr>
          <p:cNvSpPr>
            <a:spLocks noGrp="1"/>
          </p:cNvSpPr>
          <p:nvPr>
            <p:ph idx="1"/>
          </p:nvPr>
        </p:nvSpPr>
        <p:spPr>
          <a:xfrm>
            <a:off x="1478550" y="1612343"/>
            <a:ext cx="9709105" cy="4500744"/>
          </a:xfrm>
        </p:spPr>
        <p:txBody>
          <a:bodyPr anchor="ctr">
            <a:noAutofit/>
          </a:bodyPr>
          <a:lstStyle/>
          <a:p>
            <a:pPr>
              <a:lnSpc>
                <a:spcPct val="100000"/>
              </a:lnSpc>
            </a:pPr>
            <a:r>
              <a:rPr lang="en-US" sz="2400">
                <a:solidFill>
                  <a:schemeClr val="tx2"/>
                </a:solidFill>
                <a:latin typeface="Times New Roman"/>
                <a:ea typeface="+mn-lt"/>
                <a:cs typeface="Times New Roman"/>
              </a:rPr>
              <a:t>The pattern of disease may be described by the time of its occurrence, i.e., by week, month, year, the day of the week, hour of onset, etc. </a:t>
            </a:r>
          </a:p>
          <a:p>
            <a:pPr>
              <a:lnSpc>
                <a:spcPct val="100000"/>
              </a:lnSpc>
            </a:pPr>
            <a:r>
              <a:rPr lang="en-US" sz="2400">
                <a:solidFill>
                  <a:schemeClr val="tx2"/>
                </a:solidFill>
                <a:latin typeface="Times New Roman"/>
                <a:ea typeface="+mn-lt"/>
                <a:cs typeface="Times New Roman"/>
              </a:rPr>
              <a:t>It raises questions whether the disease is seasonal in occurrence; whether it shows periodic increase or decrease; or whether it follows a consistent time trend.</a:t>
            </a:r>
            <a:endParaRPr lang="en-US" sz="2400">
              <a:solidFill>
                <a:schemeClr val="tx2"/>
              </a:solidFill>
              <a:latin typeface="Times New Roman"/>
              <a:cs typeface="Times New Roman"/>
            </a:endParaRPr>
          </a:p>
          <a:p>
            <a:pPr>
              <a:lnSpc>
                <a:spcPct val="100000"/>
              </a:lnSpc>
            </a:pPr>
            <a:r>
              <a:rPr lang="en-US" sz="2400">
                <a:solidFill>
                  <a:schemeClr val="tx2"/>
                </a:solidFill>
                <a:latin typeface="Times New Roman"/>
                <a:ea typeface="+mn-lt"/>
                <a:cs typeface="Times New Roman"/>
              </a:rPr>
              <a:t>Such studies may yield important clues about the source or </a:t>
            </a:r>
            <a:r>
              <a:rPr lang="en-US" sz="2400" err="1">
                <a:solidFill>
                  <a:schemeClr val="tx2"/>
                </a:solidFill>
                <a:latin typeface="Times New Roman"/>
                <a:ea typeface="+mn-lt"/>
                <a:cs typeface="Times New Roman"/>
              </a:rPr>
              <a:t>aetiology</a:t>
            </a:r>
            <a:r>
              <a:rPr lang="en-US" sz="2400">
                <a:solidFill>
                  <a:schemeClr val="tx2"/>
                </a:solidFill>
                <a:latin typeface="Times New Roman"/>
                <a:ea typeface="+mn-lt"/>
                <a:cs typeface="Times New Roman"/>
              </a:rPr>
              <a:t> of the disease, thereby suggesting potential preventive measures. </a:t>
            </a:r>
          </a:p>
          <a:p>
            <a:pPr>
              <a:lnSpc>
                <a:spcPct val="100000"/>
              </a:lnSpc>
            </a:pPr>
            <a:r>
              <a:rPr lang="en-US" sz="2400">
                <a:solidFill>
                  <a:schemeClr val="tx2"/>
                </a:solidFill>
                <a:latin typeface="Times New Roman"/>
                <a:ea typeface="+mn-lt"/>
                <a:cs typeface="Times New Roman"/>
              </a:rPr>
              <a:t>Epidemiologists have identified three kinds of time trends or fluctuations in disease occurrence.</a:t>
            </a:r>
          </a:p>
          <a:p>
            <a:pPr lvl="1">
              <a:lnSpc>
                <a:spcPct val="100000"/>
              </a:lnSpc>
            </a:pPr>
            <a:r>
              <a:rPr lang="en-US" dirty="0">
                <a:solidFill>
                  <a:schemeClr val="tx2"/>
                </a:solidFill>
                <a:latin typeface="Times New Roman"/>
                <a:cs typeface="Times New Roman"/>
              </a:rPr>
              <a:t>Short – term fluctuations</a:t>
            </a:r>
          </a:p>
          <a:p>
            <a:pPr lvl="1">
              <a:lnSpc>
                <a:spcPct val="100000"/>
              </a:lnSpc>
            </a:pPr>
            <a:r>
              <a:rPr lang="en-US" dirty="0">
                <a:solidFill>
                  <a:schemeClr val="tx2"/>
                </a:solidFill>
                <a:latin typeface="Times New Roman"/>
                <a:cs typeface="Times New Roman"/>
              </a:rPr>
              <a:t>Periodic fluctuations</a:t>
            </a:r>
          </a:p>
          <a:p>
            <a:pPr lvl="1">
              <a:lnSpc>
                <a:spcPct val="100000"/>
              </a:lnSpc>
            </a:pPr>
            <a:r>
              <a:rPr lang="en-US" dirty="0">
                <a:solidFill>
                  <a:schemeClr val="tx2"/>
                </a:solidFill>
                <a:latin typeface="Times New Roman"/>
                <a:cs typeface="Times New Roman"/>
              </a:rPr>
              <a:t>Long term / Secular trend</a:t>
            </a:r>
          </a:p>
        </p:txBody>
      </p:sp>
      <p:sp>
        <p:nvSpPr>
          <p:cNvPr id="4" name="Slide Number Placeholder 3">
            <a:extLst>
              <a:ext uri="{FF2B5EF4-FFF2-40B4-BE49-F238E27FC236}">
                <a16:creationId xmlns:a16="http://schemas.microsoft.com/office/drawing/2014/main" id="{F1A85D9A-0B89-4B2C-B79F-0F7D4478D005}"/>
              </a:ext>
            </a:extLst>
          </p:cNvPr>
          <p:cNvSpPr>
            <a:spLocks noGrp="1"/>
          </p:cNvSpPr>
          <p:nvPr>
            <p:ph type="sldNum" sz="quarter" idx="12"/>
          </p:nvPr>
        </p:nvSpPr>
        <p:spPr>
          <a:xfrm>
            <a:off x="8610600" y="6324600"/>
            <a:ext cx="2743200" cy="365125"/>
          </a:xfrm>
        </p:spPr>
        <p:txBody>
          <a:bodyPr>
            <a:normAutofit/>
          </a:bodyPr>
          <a:lstStyle/>
          <a:p>
            <a:pPr>
              <a:spcAft>
                <a:spcPts val="600"/>
              </a:spcAft>
            </a:pPr>
            <a:fld id="{73B850FF-6169-4056-8077-06FFA93A5366}" type="slidenum">
              <a:rPr lang="en-US">
                <a:solidFill>
                  <a:schemeClr val="tx1">
                    <a:alpha val="60000"/>
                  </a:schemeClr>
                </a:solidFill>
              </a:rPr>
              <a:pPr>
                <a:spcAft>
                  <a:spcPts val="600"/>
                </a:spcAft>
              </a:pPr>
              <a:t>16</a:t>
            </a:fld>
            <a:endParaRPr lang="en-US">
              <a:solidFill>
                <a:schemeClr val="tx1">
                  <a:alpha val="60000"/>
                </a:schemeClr>
              </a:solidFill>
            </a:endParaRPr>
          </a:p>
        </p:txBody>
      </p:sp>
    </p:spTree>
    <p:extLst>
      <p:ext uri="{BB962C8B-B14F-4D97-AF65-F5344CB8AC3E}">
        <p14:creationId xmlns:p14="http://schemas.microsoft.com/office/powerpoint/2010/main" val="12736263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33" name="Rectangle 32">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35" name="Picture 34">
            <a:extLst>
              <a:ext uri="{FF2B5EF4-FFF2-40B4-BE49-F238E27FC236}">
                <a16:creationId xmlns:a16="http://schemas.microsoft.com/office/drawing/2014/main" id="{A72D06A1-BA08-4820-BBC8-B24DDB32A3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C0E24C61-2B26-9A88-3CD7-F255D4FE34C7}"/>
              </a:ext>
            </a:extLst>
          </p:cNvPr>
          <p:cNvSpPr>
            <a:spLocks noGrp="1"/>
          </p:cNvSpPr>
          <p:nvPr>
            <p:ph type="title"/>
          </p:nvPr>
        </p:nvSpPr>
        <p:spPr>
          <a:xfrm>
            <a:off x="838201" y="559813"/>
            <a:ext cx="10348146" cy="1675009"/>
          </a:xfrm>
        </p:spPr>
        <p:txBody>
          <a:bodyPr anchor="t">
            <a:normAutofit/>
          </a:bodyPr>
          <a:lstStyle/>
          <a:p>
            <a:r>
              <a:rPr lang="en-US" dirty="0">
                <a:solidFill>
                  <a:schemeClr val="tx2"/>
                </a:solidFill>
                <a:latin typeface="Avenir Next LT Pro"/>
                <a:cs typeface="Times New Roman"/>
              </a:rPr>
              <a:t>Short term fluctuations</a:t>
            </a:r>
            <a:endParaRPr lang="en-US" dirty="0">
              <a:solidFill>
                <a:schemeClr val="tx2"/>
              </a:solidFill>
            </a:endParaRPr>
          </a:p>
        </p:txBody>
      </p:sp>
      <p:pic>
        <p:nvPicPr>
          <p:cNvPr id="37" name="Picture 36">
            <a:extLst>
              <a:ext uri="{FF2B5EF4-FFF2-40B4-BE49-F238E27FC236}">
                <a16:creationId xmlns:a16="http://schemas.microsoft.com/office/drawing/2014/main" id="{1295E665-0408-4072-94B3-49BA5ACBCB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r="46048"/>
          <a:stretch/>
        </p:blipFill>
        <p:spPr>
          <a:xfrm rot="10800000">
            <a:off x="0" y="2719662"/>
            <a:ext cx="1371600" cy="2548349"/>
          </a:xfrm>
          <a:prstGeom prst="rect">
            <a:avLst/>
          </a:prstGeom>
        </p:spPr>
      </p:pic>
      <p:sp>
        <p:nvSpPr>
          <p:cNvPr id="3" name="Content Placeholder 2">
            <a:extLst>
              <a:ext uri="{FF2B5EF4-FFF2-40B4-BE49-F238E27FC236}">
                <a16:creationId xmlns:a16="http://schemas.microsoft.com/office/drawing/2014/main" id="{C5F2372E-8A92-D2EC-CDA6-6D5E61415D4D}"/>
              </a:ext>
            </a:extLst>
          </p:cNvPr>
          <p:cNvSpPr>
            <a:spLocks noGrp="1"/>
          </p:cNvSpPr>
          <p:nvPr>
            <p:ph idx="1"/>
          </p:nvPr>
        </p:nvSpPr>
        <p:spPr>
          <a:xfrm>
            <a:off x="1478550" y="1583589"/>
            <a:ext cx="10686765" cy="4529498"/>
          </a:xfrm>
        </p:spPr>
        <p:txBody>
          <a:bodyPr anchor="ctr">
            <a:noAutofit/>
          </a:bodyPr>
          <a:lstStyle/>
          <a:p>
            <a:pPr>
              <a:lnSpc>
                <a:spcPct val="100000"/>
              </a:lnSpc>
            </a:pPr>
            <a:r>
              <a:rPr lang="en-US" sz="2400" dirty="0">
                <a:solidFill>
                  <a:schemeClr val="tx2"/>
                </a:solidFill>
                <a:latin typeface="Times New Roman"/>
                <a:ea typeface="+mn-lt"/>
                <a:cs typeface="Times New Roman"/>
              </a:rPr>
              <a:t>The best known short-term fluctuation in the occurrence of a disease is an epidemic. </a:t>
            </a:r>
            <a:endParaRPr lang="en-US" dirty="0">
              <a:solidFill>
                <a:schemeClr val="tx2"/>
              </a:solidFill>
              <a:latin typeface="Avenir Next LT Pro"/>
              <a:ea typeface="+mn-lt"/>
              <a:cs typeface="Times New Roman"/>
            </a:endParaRPr>
          </a:p>
          <a:p>
            <a:pPr>
              <a:lnSpc>
                <a:spcPct val="100000"/>
              </a:lnSpc>
            </a:pPr>
            <a:r>
              <a:rPr lang="en-US" sz="2400" dirty="0">
                <a:solidFill>
                  <a:schemeClr val="tx2"/>
                </a:solidFill>
                <a:latin typeface="Times New Roman"/>
                <a:ea typeface="+mn-lt"/>
                <a:cs typeface="Times New Roman"/>
              </a:rPr>
              <a:t>Common-source epidemics are frequently, but not always, due to exposure to an infectious agent.  They can result from contamination of the environment (air, water, food, soil) by industrial chemicals or pollutants, </a:t>
            </a:r>
            <a:endParaRPr lang="en-US" dirty="0">
              <a:solidFill>
                <a:schemeClr val="tx2"/>
              </a:solidFill>
              <a:latin typeface="Avenir Next LT Pro"/>
              <a:ea typeface="+mn-lt"/>
              <a:cs typeface="Times New Roman"/>
            </a:endParaRPr>
          </a:p>
          <a:p>
            <a:pPr>
              <a:lnSpc>
                <a:spcPct val="100000"/>
              </a:lnSpc>
            </a:pPr>
            <a:r>
              <a:rPr lang="en-US" sz="2400" dirty="0">
                <a:solidFill>
                  <a:schemeClr val="tx2"/>
                </a:solidFill>
                <a:latin typeface="Times New Roman"/>
                <a:ea typeface="+mn-lt"/>
                <a:cs typeface="Times New Roman"/>
              </a:rPr>
              <a:t>An epidemic is defined as “the occurrence in a community or region of cases of an illness or other health-related events clearly in excess of normal expectancy”. </a:t>
            </a:r>
            <a:endParaRPr lang="en-US">
              <a:solidFill>
                <a:schemeClr val="tx2"/>
              </a:solidFill>
              <a:latin typeface="Avenir Next LT Pro"/>
              <a:ea typeface="+mn-lt"/>
              <a:cs typeface="Times New Roman"/>
            </a:endParaRPr>
          </a:p>
          <a:p>
            <a:pPr>
              <a:lnSpc>
                <a:spcPct val="100000"/>
              </a:lnSpc>
            </a:pPr>
            <a:endParaRPr lang="en-US" sz="2400" dirty="0">
              <a:solidFill>
                <a:schemeClr val="tx2"/>
              </a:solidFill>
              <a:latin typeface="Times New Roman"/>
              <a:ea typeface="+mn-lt"/>
              <a:cs typeface="Times New Roman"/>
            </a:endParaRPr>
          </a:p>
          <a:p>
            <a:pPr>
              <a:lnSpc>
                <a:spcPct val="100000"/>
              </a:lnSpc>
            </a:pPr>
            <a:r>
              <a:rPr lang="en-US" sz="2400" dirty="0" err="1">
                <a:solidFill>
                  <a:schemeClr val="tx2"/>
                </a:solidFill>
                <a:latin typeface="Times New Roman"/>
                <a:ea typeface="+mn-lt"/>
                <a:cs typeface="Times New Roman"/>
              </a:rPr>
              <a:t>Epidemicity</a:t>
            </a:r>
            <a:r>
              <a:rPr lang="en-US" sz="2400" dirty="0">
                <a:solidFill>
                  <a:schemeClr val="tx2"/>
                </a:solidFill>
                <a:latin typeface="Times New Roman"/>
                <a:ea typeface="+mn-lt"/>
                <a:cs typeface="Times New Roman"/>
              </a:rPr>
              <a:t> is thus relative to usual frequency of the disease in the </a:t>
            </a:r>
            <a:r>
              <a:rPr lang="en-US" dirty="0">
                <a:solidFill>
                  <a:schemeClr val="tx2"/>
                </a:solidFill>
                <a:latin typeface="Times New Roman"/>
                <a:ea typeface="+mn-lt"/>
                <a:cs typeface="Times New Roman"/>
              </a:rPr>
              <a:t>same area</a:t>
            </a:r>
            <a:r>
              <a:rPr lang="en-US" sz="2400" dirty="0">
                <a:solidFill>
                  <a:schemeClr val="tx2"/>
                </a:solidFill>
                <a:latin typeface="Times New Roman"/>
                <a:ea typeface="+mn-lt"/>
                <a:cs typeface="Times New Roman"/>
              </a:rPr>
              <a:t>, </a:t>
            </a:r>
            <a:r>
              <a:rPr lang="en-US" dirty="0">
                <a:solidFill>
                  <a:schemeClr val="tx2"/>
                </a:solidFill>
                <a:latin typeface="Times New Roman"/>
                <a:ea typeface="+mn-lt"/>
                <a:cs typeface="Times New Roman"/>
              </a:rPr>
              <a:t>among the specified population, at the same season </a:t>
            </a:r>
            <a:r>
              <a:rPr lang="en-US" sz="2400" dirty="0">
                <a:solidFill>
                  <a:schemeClr val="tx2"/>
                </a:solidFill>
                <a:latin typeface="Times New Roman"/>
                <a:ea typeface="+mn-lt"/>
                <a:cs typeface="Times New Roman"/>
              </a:rPr>
              <a:t>of </a:t>
            </a:r>
            <a:r>
              <a:rPr lang="en-US" dirty="0">
                <a:solidFill>
                  <a:schemeClr val="tx2"/>
                </a:solidFill>
                <a:latin typeface="Times New Roman"/>
                <a:ea typeface="+mn-lt"/>
                <a:cs typeface="Times New Roman"/>
              </a:rPr>
              <a:t>the year</a:t>
            </a:r>
            <a:endParaRPr lang="en-US">
              <a:solidFill>
                <a:schemeClr val="tx2"/>
              </a:solidFill>
            </a:endParaRPr>
          </a:p>
        </p:txBody>
      </p:sp>
      <p:sp>
        <p:nvSpPr>
          <p:cNvPr id="4" name="Slide Number Placeholder 3">
            <a:extLst>
              <a:ext uri="{FF2B5EF4-FFF2-40B4-BE49-F238E27FC236}">
                <a16:creationId xmlns:a16="http://schemas.microsoft.com/office/drawing/2014/main" id="{F1A85D9A-0B89-4B2C-B79F-0F7D4478D005}"/>
              </a:ext>
            </a:extLst>
          </p:cNvPr>
          <p:cNvSpPr>
            <a:spLocks noGrp="1"/>
          </p:cNvSpPr>
          <p:nvPr>
            <p:ph type="sldNum" sz="quarter" idx="12"/>
          </p:nvPr>
        </p:nvSpPr>
        <p:spPr>
          <a:xfrm>
            <a:off x="8610600" y="6324600"/>
            <a:ext cx="2743200" cy="365125"/>
          </a:xfrm>
        </p:spPr>
        <p:txBody>
          <a:bodyPr>
            <a:normAutofit/>
          </a:bodyPr>
          <a:lstStyle/>
          <a:p>
            <a:pPr>
              <a:spcAft>
                <a:spcPts val="600"/>
              </a:spcAft>
            </a:pPr>
            <a:fld id="{73B850FF-6169-4056-8077-06FFA93A5366}" type="slidenum">
              <a:rPr lang="en-US">
                <a:solidFill>
                  <a:schemeClr val="tx1">
                    <a:alpha val="60000"/>
                  </a:schemeClr>
                </a:solidFill>
              </a:rPr>
              <a:pPr>
                <a:spcAft>
                  <a:spcPts val="600"/>
                </a:spcAft>
              </a:pPr>
              <a:t>17</a:t>
            </a:fld>
            <a:endParaRPr lang="en-US">
              <a:solidFill>
                <a:schemeClr val="tx1">
                  <a:alpha val="60000"/>
                </a:schemeClr>
              </a:solidFill>
            </a:endParaRPr>
          </a:p>
        </p:txBody>
      </p:sp>
    </p:spTree>
    <p:extLst>
      <p:ext uri="{BB962C8B-B14F-4D97-AF65-F5344CB8AC3E}">
        <p14:creationId xmlns:p14="http://schemas.microsoft.com/office/powerpoint/2010/main" val="17290472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33" name="Rectangle 32">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35" name="Picture 34">
            <a:extLst>
              <a:ext uri="{FF2B5EF4-FFF2-40B4-BE49-F238E27FC236}">
                <a16:creationId xmlns:a16="http://schemas.microsoft.com/office/drawing/2014/main" id="{A72D06A1-BA08-4820-BBC8-B24DDB32A3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C0E24C61-2B26-9A88-3CD7-F255D4FE34C7}"/>
              </a:ext>
            </a:extLst>
          </p:cNvPr>
          <p:cNvSpPr>
            <a:spLocks noGrp="1"/>
          </p:cNvSpPr>
          <p:nvPr>
            <p:ph type="title"/>
          </p:nvPr>
        </p:nvSpPr>
        <p:spPr>
          <a:xfrm>
            <a:off x="838201" y="559813"/>
            <a:ext cx="10348146" cy="1675009"/>
          </a:xfrm>
        </p:spPr>
        <p:txBody>
          <a:bodyPr anchor="t">
            <a:normAutofit/>
          </a:bodyPr>
          <a:lstStyle/>
          <a:p>
            <a:r>
              <a:rPr lang="en-US" dirty="0">
                <a:solidFill>
                  <a:schemeClr val="tx2"/>
                </a:solidFill>
                <a:latin typeface="Avenir Next LT Pro"/>
                <a:cs typeface="Times New Roman"/>
              </a:rPr>
              <a:t>Epidemics</a:t>
            </a:r>
            <a:endParaRPr lang="en-US" dirty="0">
              <a:solidFill>
                <a:schemeClr val="tx2"/>
              </a:solidFill>
            </a:endParaRPr>
          </a:p>
        </p:txBody>
      </p:sp>
      <p:pic>
        <p:nvPicPr>
          <p:cNvPr id="37" name="Picture 36">
            <a:extLst>
              <a:ext uri="{FF2B5EF4-FFF2-40B4-BE49-F238E27FC236}">
                <a16:creationId xmlns:a16="http://schemas.microsoft.com/office/drawing/2014/main" id="{1295E665-0408-4072-94B3-49BA5ACBCB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r="46048"/>
          <a:stretch/>
        </p:blipFill>
        <p:spPr>
          <a:xfrm rot="10800000">
            <a:off x="0" y="2719662"/>
            <a:ext cx="1371600" cy="2548349"/>
          </a:xfrm>
          <a:prstGeom prst="rect">
            <a:avLst/>
          </a:prstGeom>
        </p:spPr>
      </p:pic>
      <p:sp>
        <p:nvSpPr>
          <p:cNvPr id="3" name="Content Placeholder 2">
            <a:extLst>
              <a:ext uri="{FF2B5EF4-FFF2-40B4-BE49-F238E27FC236}">
                <a16:creationId xmlns:a16="http://schemas.microsoft.com/office/drawing/2014/main" id="{C5F2372E-8A92-D2EC-CDA6-6D5E61415D4D}"/>
              </a:ext>
            </a:extLst>
          </p:cNvPr>
          <p:cNvSpPr>
            <a:spLocks noGrp="1"/>
          </p:cNvSpPr>
          <p:nvPr>
            <p:ph idx="1"/>
          </p:nvPr>
        </p:nvSpPr>
        <p:spPr>
          <a:xfrm>
            <a:off x="1478550" y="1583589"/>
            <a:ext cx="10686765" cy="4529498"/>
          </a:xfrm>
        </p:spPr>
        <p:txBody>
          <a:bodyPr anchor="ctr">
            <a:noAutofit/>
          </a:bodyPr>
          <a:lstStyle/>
          <a:p>
            <a:pPr>
              <a:lnSpc>
                <a:spcPct val="100000"/>
              </a:lnSpc>
            </a:pPr>
            <a:r>
              <a:rPr lang="en-US" sz="3200" dirty="0">
                <a:solidFill>
                  <a:schemeClr val="tx2"/>
                </a:solidFill>
                <a:latin typeface="Times New Roman"/>
                <a:ea typeface="+mn-lt"/>
                <a:cs typeface="Times New Roman"/>
              </a:rPr>
              <a:t>A. Common-source epidemics</a:t>
            </a:r>
            <a:endParaRPr lang="en-US" sz="3600" dirty="0">
              <a:solidFill>
                <a:schemeClr val="tx2"/>
              </a:solidFill>
            </a:endParaRPr>
          </a:p>
          <a:p>
            <a:pPr lvl="1">
              <a:lnSpc>
                <a:spcPct val="100000"/>
              </a:lnSpc>
            </a:pPr>
            <a:r>
              <a:rPr lang="en-US" sz="2800" dirty="0">
                <a:solidFill>
                  <a:schemeClr val="tx2"/>
                </a:solidFill>
                <a:latin typeface="Times New Roman"/>
                <a:ea typeface="+mn-lt"/>
                <a:cs typeface="Times New Roman"/>
              </a:rPr>
              <a:t>(a) Single exposure or “point-source” epidemics.</a:t>
            </a:r>
            <a:endParaRPr lang="en-US" sz="2800" dirty="0">
              <a:solidFill>
                <a:schemeClr val="tx2"/>
              </a:solidFill>
            </a:endParaRPr>
          </a:p>
          <a:p>
            <a:pPr lvl="1">
              <a:lnSpc>
                <a:spcPct val="100000"/>
              </a:lnSpc>
            </a:pPr>
            <a:r>
              <a:rPr lang="en-US" sz="2800" dirty="0">
                <a:solidFill>
                  <a:schemeClr val="tx2"/>
                </a:solidFill>
                <a:latin typeface="Times New Roman"/>
                <a:ea typeface="+mn-lt"/>
                <a:cs typeface="Times New Roman"/>
              </a:rPr>
              <a:t>(b) Continuous or multiple exposure epidemics</a:t>
            </a:r>
            <a:endParaRPr lang="en-US" sz="2800" dirty="0">
              <a:solidFill>
                <a:schemeClr val="tx2"/>
              </a:solidFill>
            </a:endParaRPr>
          </a:p>
          <a:p>
            <a:pPr>
              <a:lnSpc>
                <a:spcPct val="100000"/>
              </a:lnSpc>
            </a:pPr>
            <a:r>
              <a:rPr lang="en-US" sz="3200" dirty="0">
                <a:solidFill>
                  <a:schemeClr val="tx2"/>
                </a:solidFill>
                <a:latin typeface="Times New Roman"/>
                <a:ea typeface="+mn-lt"/>
                <a:cs typeface="Times New Roman"/>
              </a:rPr>
              <a:t>B. Propagated epidemics</a:t>
            </a:r>
            <a:endParaRPr lang="en-US" sz="3600" dirty="0">
              <a:solidFill>
                <a:schemeClr val="tx2"/>
              </a:solidFill>
            </a:endParaRPr>
          </a:p>
          <a:p>
            <a:pPr lvl="1">
              <a:lnSpc>
                <a:spcPct val="100000"/>
              </a:lnSpc>
            </a:pPr>
            <a:r>
              <a:rPr lang="en-US" sz="2800" dirty="0">
                <a:solidFill>
                  <a:schemeClr val="tx2"/>
                </a:solidFill>
                <a:latin typeface="Times New Roman"/>
                <a:ea typeface="+mn-lt"/>
                <a:cs typeface="Times New Roman"/>
              </a:rPr>
              <a:t>(a) Person-to-person</a:t>
            </a:r>
            <a:endParaRPr lang="en-US" sz="2800" dirty="0">
              <a:solidFill>
                <a:schemeClr val="tx2"/>
              </a:solidFill>
            </a:endParaRPr>
          </a:p>
          <a:p>
            <a:pPr lvl="1">
              <a:lnSpc>
                <a:spcPct val="100000"/>
              </a:lnSpc>
            </a:pPr>
            <a:r>
              <a:rPr lang="en-US" sz="2800" dirty="0">
                <a:solidFill>
                  <a:schemeClr val="tx2"/>
                </a:solidFill>
                <a:latin typeface="Times New Roman"/>
                <a:ea typeface="+mn-lt"/>
                <a:cs typeface="Times New Roman"/>
              </a:rPr>
              <a:t>(b) Arthropod vector</a:t>
            </a:r>
            <a:endParaRPr lang="en-US" sz="3200">
              <a:solidFill>
                <a:schemeClr val="tx2"/>
              </a:solidFill>
            </a:endParaRPr>
          </a:p>
          <a:p>
            <a:pPr lvl="1">
              <a:lnSpc>
                <a:spcPct val="100000"/>
              </a:lnSpc>
            </a:pPr>
            <a:r>
              <a:rPr lang="en-US" sz="2800" dirty="0">
                <a:solidFill>
                  <a:schemeClr val="tx2"/>
                </a:solidFill>
                <a:latin typeface="Times New Roman"/>
                <a:cs typeface="Times New Roman"/>
              </a:rPr>
              <a:t>(c) Animal reservoir</a:t>
            </a:r>
            <a:endParaRPr lang="en-US" sz="3200">
              <a:solidFill>
                <a:schemeClr val="tx2"/>
              </a:solidFill>
            </a:endParaRPr>
          </a:p>
          <a:p>
            <a:pPr>
              <a:lnSpc>
                <a:spcPct val="100000"/>
              </a:lnSpc>
            </a:pPr>
            <a:r>
              <a:rPr lang="en-US" sz="3200" dirty="0">
                <a:solidFill>
                  <a:schemeClr val="tx2"/>
                </a:solidFill>
                <a:latin typeface="Times New Roman"/>
                <a:ea typeface="+mn-lt"/>
                <a:cs typeface="Times New Roman"/>
              </a:rPr>
              <a:t>C. Slow (modern) epidemics.</a:t>
            </a:r>
            <a:endParaRPr lang="en-US" sz="3600" dirty="0">
              <a:solidFill>
                <a:schemeClr val="tx2"/>
              </a:solidFill>
            </a:endParaRPr>
          </a:p>
        </p:txBody>
      </p:sp>
      <p:sp>
        <p:nvSpPr>
          <p:cNvPr id="4" name="Slide Number Placeholder 3">
            <a:extLst>
              <a:ext uri="{FF2B5EF4-FFF2-40B4-BE49-F238E27FC236}">
                <a16:creationId xmlns:a16="http://schemas.microsoft.com/office/drawing/2014/main" id="{F1A85D9A-0B89-4B2C-B79F-0F7D4478D005}"/>
              </a:ext>
            </a:extLst>
          </p:cNvPr>
          <p:cNvSpPr>
            <a:spLocks noGrp="1"/>
          </p:cNvSpPr>
          <p:nvPr>
            <p:ph type="sldNum" sz="quarter" idx="12"/>
          </p:nvPr>
        </p:nvSpPr>
        <p:spPr>
          <a:xfrm>
            <a:off x="8610600" y="6324600"/>
            <a:ext cx="2743200" cy="365125"/>
          </a:xfrm>
        </p:spPr>
        <p:txBody>
          <a:bodyPr>
            <a:normAutofit/>
          </a:bodyPr>
          <a:lstStyle/>
          <a:p>
            <a:pPr>
              <a:spcAft>
                <a:spcPts val="600"/>
              </a:spcAft>
            </a:pPr>
            <a:fld id="{73B850FF-6169-4056-8077-06FFA93A5366}" type="slidenum">
              <a:rPr lang="en-US" dirty="0">
                <a:solidFill>
                  <a:schemeClr val="tx1">
                    <a:alpha val="60000"/>
                  </a:schemeClr>
                </a:solidFill>
              </a:rPr>
              <a:pPr>
                <a:spcAft>
                  <a:spcPts val="600"/>
                </a:spcAft>
              </a:pPr>
              <a:t>18</a:t>
            </a:fld>
            <a:endParaRPr lang="en-US" dirty="0">
              <a:solidFill>
                <a:schemeClr val="tx1">
                  <a:alpha val="60000"/>
                </a:schemeClr>
              </a:solidFill>
            </a:endParaRPr>
          </a:p>
        </p:txBody>
      </p:sp>
    </p:spTree>
    <p:extLst>
      <p:ext uri="{BB962C8B-B14F-4D97-AF65-F5344CB8AC3E}">
        <p14:creationId xmlns:p14="http://schemas.microsoft.com/office/powerpoint/2010/main" val="6471476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3" name="Rectangle 52">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55" name="Rectangle 54">
            <a:extLst>
              <a:ext uri="{FF2B5EF4-FFF2-40B4-BE49-F238E27FC236}">
                <a16:creationId xmlns:a16="http://schemas.microsoft.com/office/drawing/2014/main" id="{5A8C81AE-8F0D-49F3-9FB4-334B0DCDF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57" name="Picture 56">
            <a:extLst>
              <a:ext uri="{FF2B5EF4-FFF2-40B4-BE49-F238E27FC236}">
                <a16:creationId xmlns:a16="http://schemas.microsoft.com/office/drawing/2014/main" id="{29DA4B2B-B54E-43B4-A1A4-EB704F7F3D4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sp>
        <p:nvSpPr>
          <p:cNvPr id="2" name="Title 1">
            <a:extLst>
              <a:ext uri="{FF2B5EF4-FFF2-40B4-BE49-F238E27FC236}">
                <a16:creationId xmlns:a16="http://schemas.microsoft.com/office/drawing/2014/main" id="{C0E24C61-2B26-9A88-3CD7-F255D4FE34C7}"/>
              </a:ext>
            </a:extLst>
          </p:cNvPr>
          <p:cNvSpPr>
            <a:spLocks noGrp="1"/>
          </p:cNvSpPr>
          <p:nvPr>
            <p:ph type="title"/>
          </p:nvPr>
        </p:nvSpPr>
        <p:spPr>
          <a:xfrm>
            <a:off x="838200" y="559813"/>
            <a:ext cx="5638800" cy="1573786"/>
          </a:xfrm>
        </p:spPr>
        <p:txBody>
          <a:bodyPr>
            <a:normAutofit/>
          </a:bodyPr>
          <a:lstStyle/>
          <a:p>
            <a:r>
              <a:rPr lang="en-US">
                <a:solidFill>
                  <a:schemeClr val="tx2"/>
                </a:solidFill>
                <a:latin typeface="Avenir Next LT Pro"/>
                <a:cs typeface="Times New Roman"/>
              </a:rPr>
              <a:t>Single exposure / Point source</a:t>
            </a:r>
            <a:endParaRPr lang="en-US">
              <a:solidFill>
                <a:schemeClr val="tx2"/>
              </a:solidFill>
              <a:cs typeface="Times New Roman"/>
            </a:endParaRPr>
          </a:p>
        </p:txBody>
      </p:sp>
      <p:sp>
        <p:nvSpPr>
          <p:cNvPr id="3" name="Content Placeholder 2">
            <a:extLst>
              <a:ext uri="{FF2B5EF4-FFF2-40B4-BE49-F238E27FC236}">
                <a16:creationId xmlns:a16="http://schemas.microsoft.com/office/drawing/2014/main" id="{C5F2372E-8A92-D2EC-CDA6-6D5E61415D4D}"/>
              </a:ext>
            </a:extLst>
          </p:cNvPr>
          <p:cNvSpPr>
            <a:spLocks noGrp="1"/>
          </p:cNvSpPr>
          <p:nvPr>
            <p:ph idx="1"/>
          </p:nvPr>
        </p:nvSpPr>
        <p:spPr>
          <a:xfrm>
            <a:off x="6140821" y="416040"/>
            <a:ext cx="5726164" cy="2076993"/>
          </a:xfrm>
        </p:spPr>
        <p:txBody>
          <a:bodyPr>
            <a:noAutofit/>
          </a:bodyPr>
          <a:lstStyle/>
          <a:p>
            <a:pPr>
              <a:lnSpc>
                <a:spcPct val="100000"/>
              </a:lnSpc>
            </a:pPr>
            <a:r>
              <a:rPr lang="en-US" sz="2000">
                <a:solidFill>
                  <a:schemeClr val="tx2"/>
                </a:solidFill>
                <a:latin typeface="Times New Roman"/>
                <a:ea typeface="+mn-lt"/>
                <a:cs typeface="Times New Roman"/>
              </a:rPr>
              <a:t>The epidemic curve rises and falls rapidly, with no secondary waves </a:t>
            </a:r>
            <a:endParaRPr lang="en-US" sz="2000">
              <a:solidFill>
                <a:schemeClr val="tx2"/>
              </a:solidFill>
              <a:latin typeface="Avenir Next LT Pro"/>
              <a:ea typeface="+mn-lt"/>
              <a:cs typeface="Times New Roman"/>
            </a:endParaRPr>
          </a:p>
          <a:p>
            <a:pPr>
              <a:lnSpc>
                <a:spcPct val="100000"/>
              </a:lnSpc>
            </a:pPr>
            <a:r>
              <a:rPr lang="en-US" sz="2000" dirty="0">
                <a:solidFill>
                  <a:schemeClr val="tx2"/>
                </a:solidFill>
                <a:latin typeface="Times New Roman"/>
                <a:ea typeface="+mn-lt"/>
                <a:cs typeface="Times New Roman"/>
              </a:rPr>
              <a:t>The epidemic tends to be explosive, there is clustering of cases within a narrow interval of time, </a:t>
            </a:r>
            <a:endParaRPr lang="en-US" sz="2000" dirty="0">
              <a:solidFill>
                <a:schemeClr val="tx2"/>
              </a:solidFill>
              <a:latin typeface="Avenir Next LT Pro"/>
              <a:ea typeface="+mn-lt"/>
              <a:cs typeface="Times New Roman"/>
            </a:endParaRPr>
          </a:p>
          <a:p>
            <a:pPr>
              <a:lnSpc>
                <a:spcPct val="100000"/>
              </a:lnSpc>
            </a:pPr>
            <a:r>
              <a:rPr lang="en-US" sz="2000" dirty="0">
                <a:solidFill>
                  <a:schemeClr val="tx2"/>
                </a:solidFill>
                <a:latin typeface="Times New Roman"/>
                <a:ea typeface="+mn-lt"/>
                <a:cs typeface="Times New Roman"/>
              </a:rPr>
              <a:t>All the cases develop within one incubation period of disease.</a:t>
            </a:r>
            <a:endParaRPr lang="en-US" sz="2000" dirty="0">
              <a:solidFill>
                <a:schemeClr val="tx2"/>
              </a:solidFill>
            </a:endParaRPr>
          </a:p>
        </p:txBody>
      </p:sp>
      <p:pic>
        <p:nvPicPr>
          <p:cNvPr id="5" name="Picture 5" descr="Chart, line chart&#10;&#10;Description automatically generated">
            <a:extLst>
              <a:ext uri="{FF2B5EF4-FFF2-40B4-BE49-F238E27FC236}">
                <a16:creationId xmlns:a16="http://schemas.microsoft.com/office/drawing/2014/main" id="{1D701A8A-1D57-A361-C7ED-01E38A754579}"/>
              </a:ext>
            </a:extLst>
          </p:cNvPr>
          <p:cNvPicPr>
            <a:picLocks noChangeAspect="1"/>
          </p:cNvPicPr>
          <p:nvPr/>
        </p:nvPicPr>
        <p:blipFill>
          <a:blip r:embed="rId3"/>
          <a:stretch>
            <a:fillRect/>
          </a:stretch>
        </p:blipFill>
        <p:spPr>
          <a:xfrm>
            <a:off x="838200" y="2636778"/>
            <a:ext cx="10515600" cy="3417570"/>
          </a:xfrm>
          <a:prstGeom prst="rect">
            <a:avLst/>
          </a:prstGeom>
        </p:spPr>
      </p:pic>
      <p:pic>
        <p:nvPicPr>
          <p:cNvPr id="59" name="Picture 58">
            <a:extLst>
              <a:ext uri="{FF2B5EF4-FFF2-40B4-BE49-F238E27FC236}">
                <a16:creationId xmlns:a16="http://schemas.microsoft.com/office/drawing/2014/main" id="{1C32610F-5445-4E12-87F6-F0591ABE7A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sp>
        <p:nvSpPr>
          <p:cNvPr id="4" name="Slide Number Placeholder 3">
            <a:extLst>
              <a:ext uri="{FF2B5EF4-FFF2-40B4-BE49-F238E27FC236}">
                <a16:creationId xmlns:a16="http://schemas.microsoft.com/office/drawing/2014/main" id="{F1A85D9A-0B89-4B2C-B79F-0F7D4478D005}"/>
              </a:ext>
            </a:extLst>
          </p:cNvPr>
          <p:cNvSpPr>
            <a:spLocks noGrp="1"/>
          </p:cNvSpPr>
          <p:nvPr>
            <p:ph type="sldNum" sz="quarter" idx="12"/>
          </p:nvPr>
        </p:nvSpPr>
        <p:spPr>
          <a:xfrm>
            <a:off x="8610600" y="6324600"/>
            <a:ext cx="2743200" cy="365125"/>
          </a:xfrm>
        </p:spPr>
        <p:txBody>
          <a:bodyPr>
            <a:normAutofit/>
          </a:bodyPr>
          <a:lstStyle/>
          <a:p>
            <a:pPr>
              <a:spcAft>
                <a:spcPts val="600"/>
              </a:spcAft>
            </a:pPr>
            <a:fld id="{73B850FF-6169-4056-8077-06FFA93A5366}" type="slidenum">
              <a:rPr lang="en-US">
                <a:solidFill>
                  <a:schemeClr val="tx1">
                    <a:alpha val="60000"/>
                  </a:schemeClr>
                </a:solidFill>
              </a:rPr>
              <a:pPr>
                <a:spcAft>
                  <a:spcPts val="600"/>
                </a:spcAft>
              </a:pPr>
              <a:t>19</a:t>
            </a:fld>
            <a:endParaRPr lang="en-US">
              <a:solidFill>
                <a:schemeClr val="tx1">
                  <a:alpha val="60000"/>
                </a:schemeClr>
              </a:solidFill>
            </a:endParaRPr>
          </a:p>
        </p:txBody>
      </p:sp>
    </p:spTree>
    <p:extLst>
      <p:ext uri="{BB962C8B-B14F-4D97-AF65-F5344CB8AC3E}">
        <p14:creationId xmlns:p14="http://schemas.microsoft.com/office/powerpoint/2010/main" val="2002998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3" name="Rectangle 52">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55" name="Rectangle 54">
            <a:extLst>
              <a:ext uri="{FF2B5EF4-FFF2-40B4-BE49-F238E27FC236}">
                <a16:creationId xmlns:a16="http://schemas.microsoft.com/office/drawing/2014/main" id="{5A8C81AE-8F0D-49F3-9FB4-334B0DCDF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57" name="Picture 56">
            <a:extLst>
              <a:ext uri="{FF2B5EF4-FFF2-40B4-BE49-F238E27FC236}">
                <a16:creationId xmlns:a16="http://schemas.microsoft.com/office/drawing/2014/main" id="{29DA4B2B-B54E-43B4-A1A4-EB704F7F3D4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sp>
        <p:nvSpPr>
          <p:cNvPr id="2" name="Title 1">
            <a:extLst>
              <a:ext uri="{FF2B5EF4-FFF2-40B4-BE49-F238E27FC236}">
                <a16:creationId xmlns:a16="http://schemas.microsoft.com/office/drawing/2014/main" id="{C0E24C61-2B26-9A88-3CD7-F255D4FE34C7}"/>
              </a:ext>
            </a:extLst>
          </p:cNvPr>
          <p:cNvSpPr>
            <a:spLocks noGrp="1"/>
          </p:cNvSpPr>
          <p:nvPr>
            <p:ph type="title"/>
          </p:nvPr>
        </p:nvSpPr>
        <p:spPr>
          <a:xfrm>
            <a:off x="881332" y="171624"/>
            <a:ext cx="10584611" cy="668013"/>
          </a:xfrm>
        </p:spPr>
        <p:txBody>
          <a:bodyPr>
            <a:normAutofit fontScale="90000"/>
          </a:bodyPr>
          <a:lstStyle/>
          <a:p>
            <a:r>
              <a:rPr lang="en-US" dirty="0">
                <a:solidFill>
                  <a:schemeClr val="tx2"/>
                </a:solidFill>
                <a:latin typeface="Avenir Next LT Pro"/>
                <a:cs typeface="Times New Roman"/>
              </a:rPr>
              <a:t>Continuous/ Repeated exposure</a:t>
            </a:r>
            <a:endParaRPr lang="en-US" dirty="0">
              <a:solidFill>
                <a:schemeClr val="tx2"/>
              </a:solidFill>
              <a:cs typeface="Times New Roman"/>
            </a:endParaRPr>
          </a:p>
        </p:txBody>
      </p:sp>
      <p:sp>
        <p:nvSpPr>
          <p:cNvPr id="3" name="Content Placeholder 2">
            <a:extLst>
              <a:ext uri="{FF2B5EF4-FFF2-40B4-BE49-F238E27FC236}">
                <a16:creationId xmlns:a16="http://schemas.microsoft.com/office/drawing/2014/main" id="{C5F2372E-8A92-D2EC-CDA6-6D5E61415D4D}"/>
              </a:ext>
            </a:extLst>
          </p:cNvPr>
          <p:cNvSpPr>
            <a:spLocks noGrp="1"/>
          </p:cNvSpPr>
          <p:nvPr>
            <p:ph idx="1"/>
          </p:nvPr>
        </p:nvSpPr>
        <p:spPr>
          <a:xfrm>
            <a:off x="878709" y="1077399"/>
            <a:ext cx="10815748" cy="2076993"/>
          </a:xfrm>
        </p:spPr>
        <p:txBody>
          <a:bodyPr vert="horz" lIns="91440" tIns="45720" rIns="91440" bIns="45720" rtlCol="0" anchor="t">
            <a:noAutofit/>
          </a:bodyPr>
          <a:lstStyle/>
          <a:p>
            <a:pPr>
              <a:lnSpc>
                <a:spcPct val="100000"/>
              </a:lnSpc>
            </a:pPr>
            <a:r>
              <a:rPr lang="en-US" sz="2400" dirty="0">
                <a:solidFill>
                  <a:schemeClr val="tx2"/>
                </a:solidFill>
                <a:latin typeface="Times New Roman"/>
                <a:ea typeface="+mn-lt"/>
                <a:cs typeface="Times New Roman"/>
              </a:rPr>
              <a:t>Exposure from the same source may be </a:t>
            </a:r>
            <a:r>
              <a:rPr lang="en-US" sz="2400" dirty="0">
                <a:solidFill>
                  <a:srgbClr val="311C23"/>
                </a:solidFill>
                <a:latin typeface="Times New Roman"/>
                <a:ea typeface="+mn-lt"/>
                <a:cs typeface="Times New Roman"/>
              </a:rPr>
              <a:t>prolonged - continuous, repeated or intermittent – not necessarily at the same time or place. </a:t>
            </a:r>
            <a:endParaRPr lang="en-US" sz="2400">
              <a:solidFill>
                <a:srgbClr val="FFFFFF"/>
              </a:solidFill>
              <a:latin typeface="Times New Roman"/>
              <a:ea typeface="+mn-lt"/>
              <a:cs typeface="Times New Roman"/>
            </a:endParaRPr>
          </a:p>
          <a:p>
            <a:pPr>
              <a:lnSpc>
                <a:spcPct val="100000"/>
              </a:lnSpc>
            </a:pPr>
            <a:r>
              <a:rPr lang="en-US" sz="2400" dirty="0">
                <a:solidFill>
                  <a:srgbClr val="311C23"/>
                </a:solidFill>
                <a:latin typeface="Times New Roman"/>
                <a:ea typeface="+mn-lt"/>
                <a:cs typeface="Times New Roman"/>
              </a:rPr>
              <a:t>A FSW may be a common source in a </a:t>
            </a:r>
            <a:r>
              <a:rPr lang="en-US" sz="2400" dirty="0" err="1">
                <a:solidFill>
                  <a:srgbClr val="311C23"/>
                </a:solidFill>
                <a:latin typeface="Times New Roman"/>
                <a:ea typeface="+mn-lt"/>
                <a:cs typeface="Times New Roman"/>
              </a:rPr>
              <a:t>gonorrhoea</a:t>
            </a:r>
            <a:r>
              <a:rPr lang="en-US" sz="2400" dirty="0">
                <a:solidFill>
                  <a:srgbClr val="311C23"/>
                </a:solidFill>
                <a:latin typeface="Times New Roman"/>
                <a:ea typeface="+mn-lt"/>
                <a:cs typeface="Times New Roman"/>
              </a:rPr>
              <a:t> outbreak, but since she will infect her clients over a period of time there may be no explosive rise in the number of cases. </a:t>
            </a:r>
            <a:endParaRPr lang="en-US" sz="2400">
              <a:solidFill>
                <a:srgbClr val="FFFFFF"/>
              </a:solidFill>
              <a:latin typeface="Times New Roman"/>
              <a:ea typeface="+mn-lt"/>
              <a:cs typeface="Times New Roman"/>
            </a:endParaRPr>
          </a:p>
          <a:p>
            <a:pPr>
              <a:lnSpc>
                <a:spcPct val="100000"/>
              </a:lnSpc>
            </a:pPr>
            <a:r>
              <a:rPr lang="en-US" sz="2400" dirty="0">
                <a:solidFill>
                  <a:srgbClr val="311C23"/>
                </a:solidFill>
                <a:latin typeface="Times New Roman"/>
                <a:ea typeface="+mn-lt"/>
                <a:cs typeface="Times New Roman"/>
              </a:rPr>
              <a:t>A well of contaminated water, or a nationally distributed brand of vaccine (e.g. polio vaccine), or food, could result in similar outbreaks. </a:t>
            </a:r>
            <a:endParaRPr lang="en-US" sz="2400">
              <a:solidFill>
                <a:srgbClr val="FFFFFF"/>
              </a:solidFill>
              <a:latin typeface="Times New Roman"/>
              <a:ea typeface="+mn-lt"/>
              <a:cs typeface="Times New Roman"/>
            </a:endParaRPr>
          </a:p>
          <a:p>
            <a:pPr>
              <a:lnSpc>
                <a:spcPct val="100000"/>
              </a:lnSpc>
            </a:pPr>
            <a:r>
              <a:rPr lang="en-US" sz="2400" dirty="0">
                <a:solidFill>
                  <a:srgbClr val="311C23"/>
                </a:solidFill>
                <a:latin typeface="Times New Roman"/>
                <a:ea typeface="+mn-lt"/>
                <a:cs typeface="Times New Roman"/>
              </a:rPr>
              <a:t>In these instances, the resulting epidemics tend to be more extended or irregular.</a:t>
            </a:r>
            <a:endParaRPr lang="en-US" sz="2400">
              <a:solidFill>
                <a:srgbClr val="FFFFFF"/>
              </a:solidFill>
              <a:latin typeface="Times New Roman"/>
              <a:ea typeface="+mn-lt"/>
              <a:cs typeface="Times New Roman"/>
            </a:endParaRPr>
          </a:p>
          <a:p>
            <a:pPr>
              <a:lnSpc>
                <a:spcPct val="100000"/>
              </a:lnSpc>
            </a:pPr>
            <a:r>
              <a:rPr lang="en-US" sz="2400" dirty="0">
                <a:solidFill>
                  <a:srgbClr val="311C23"/>
                </a:solidFill>
                <a:latin typeface="Times New Roman"/>
                <a:ea typeface="+mn-lt"/>
                <a:cs typeface="Times New Roman"/>
              </a:rPr>
              <a:t>A variation to the above model is that an epidemic may be initiated from a common source and then continue as a propagated epidemic. </a:t>
            </a:r>
            <a:endParaRPr lang="en-US">
              <a:solidFill>
                <a:srgbClr val="FFFFFF"/>
              </a:solidFill>
              <a:latin typeface="Avenir Next LT Pro"/>
              <a:ea typeface="+mn-lt"/>
              <a:cs typeface="Times New Roman"/>
            </a:endParaRPr>
          </a:p>
          <a:p>
            <a:pPr lvl="1">
              <a:lnSpc>
                <a:spcPct val="100000"/>
              </a:lnSpc>
            </a:pPr>
            <a:r>
              <a:rPr lang="en-US" sz="2000" dirty="0">
                <a:solidFill>
                  <a:srgbClr val="311C23"/>
                </a:solidFill>
                <a:latin typeface="Times New Roman"/>
                <a:ea typeface="+mn-lt"/>
                <a:cs typeface="Times New Roman"/>
              </a:rPr>
              <a:t>Water-borne cholera is a familiar example, the epidemic reaches a sharp peak, but tails off gradually over a longer period of time.</a:t>
            </a:r>
            <a:endParaRPr lang="en-US" sz="2000"/>
          </a:p>
        </p:txBody>
      </p:sp>
      <p:pic>
        <p:nvPicPr>
          <p:cNvPr id="59" name="Picture 58">
            <a:extLst>
              <a:ext uri="{FF2B5EF4-FFF2-40B4-BE49-F238E27FC236}">
                <a16:creationId xmlns:a16="http://schemas.microsoft.com/office/drawing/2014/main" id="{1C32610F-5445-4E12-87F6-F0591ABE7A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sp>
        <p:nvSpPr>
          <p:cNvPr id="4" name="Slide Number Placeholder 3">
            <a:extLst>
              <a:ext uri="{FF2B5EF4-FFF2-40B4-BE49-F238E27FC236}">
                <a16:creationId xmlns:a16="http://schemas.microsoft.com/office/drawing/2014/main" id="{F1A85D9A-0B89-4B2C-B79F-0F7D4478D005}"/>
              </a:ext>
            </a:extLst>
          </p:cNvPr>
          <p:cNvSpPr>
            <a:spLocks noGrp="1"/>
          </p:cNvSpPr>
          <p:nvPr>
            <p:ph type="sldNum" sz="quarter" idx="12"/>
          </p:nvPr>
        </p:nvSpPr>
        <p:spPr>
          <a:xfrm>
            <a:off x="8610600" y="6324600"/>
            <a:ext cx="2743200" cy="365125"/>
          </a:xfrm>
        </p:spPr>
        <p:txBody>
          <a:bodyPr>
            <a:normAutofit/>
          </a:bodyPr>
          <a:lstStyle/>
          <a:p>
            <a:pPr>
              <a:spcAft>
                <a:spcPts val="600"/>
              </a:spcAft>
            </a:pPr>
            <a:fld id="{73B850FF-6169-4056-8077-06FFA93A5366}" type="slidenum">
              <a:rPr lang="en-US">
                <a:solidFill>
                  <a:schemeClr val="tx1">
                    <a:alpha val="60000"/>
                  </a:schemeClr>
                </a:solidFill>
              </a:rPr>
              <a:pPr>
                <a:spcAft>
                  <a:spcPts val="600"/>
                </a:spcAft>
              </a:pPr>
              <a:t>20</a:t>
            </a:fld>
            <a:endParaRPr lang="en-US">
              <a:solidFill>
                <a:schemeClr val="tx1">
                  <a:alpha val="60000"/>
                </a:schemeClr>
              </a:solidFill>
            </a:endParaRPr>
          </a:p>
        </p:txBody>
      </p:sp>
    </p:spTree>
    <p:extLst>
      <p:ext uri="{BB962C8B-B14F-4D97-AF65-F5344CB8AC3E}">
        <p14:creationId xmlns:p14="http://schemas.microsoft.com/office/powerpoint/2010/main" val="12698248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E0A7-8210-844F-26D0-71A5600F2C15}"/>
              </a:ext>
            </a:extLst>
          </p:cNvPr>
          <p:cNvSpPr>
            <a:spLocks noGrp="1"/>
          </p:cNvSpPr>
          <p:nvPr>
            <p:ph type="title"/>
          </p:nvPr>
        </p:nvSpPr>
        <p:spPr/>
        <p:txBody>
          <a:bodyPr/>
          <a:lstStyle/>
          <a:p>
            <a:r>
              <a:rPr lang="en-US" dirty="0"/>
              <a:t>Epidemic Curve</a:t>
            </a:r>
          </a:p>
        </p:txBody>
      </p:sp>
      <p:pic>
        <p:nvPicPr>
          <p:cNvPr id="5" name="Picture 5" descr="Chart&#10;&#10;Description automatically generated">
            <a:extLst>
              <a:ext uri="{FF2B5EF4-FFF2-40B4-BE49-F238E27FC236}">
                <a16:creationId xmlns:a16="http://schemas.microsoft.com/office/drawing/2014/main" id="{820CCE14-89B0-7AB2-A566-290C64B0E6B0}"/>
              </a:ext>
            </a:extLst>
          </p:cNvPr>
          <p:cNvPicPr>
            <a:picLocks noGrp="1" noChangeAspect="1"/>
          </p:cNvPicPr>
          <p:nvPr>
            <p:ph idx="1"/>
          </p:nvPr>
        </p:nvPicPr>
        <p:blipFill>
          <a:blip r:embed="rId2"/>
          <a:stretch>
            <a:fillRect/>
          </a:stretch>
        </p:blipFill>
        <p:spPr>
          <a:xfrm>
            <a:off x="1010336" y="1604394"/>
            <a:ext cx="10214459" cy="4540819"/>
          </a:xfrm>
        </p:spPr>
      </p:pic>
      <p:sp>
        <p:nvSpPr>
          <p:cNvPr id="4" name="Slide Number Placeholder 3">
            <a:extLst>
              <a:ext uri="{FF2B5EF4-FFF2-40B4-BE49-F238E27FC236}">
                <a16:creationId xmlns:a16="http://schemas.microsoft.com/office/drawing/2014/main" id="{90AB3C47-3D1F-8BDA-FC9D-9834B59E9813}"/>
              </a:ext>
            </a:extLst>
          </p:cNvPr>
          <p:cNvSpPr>
            <a:spLocks noGrp="1"/>
          </p:cNvSpPr>
          <p:nvPr>
            <p:ph type="sldNum" sz="quarter" idx="12"/>
          </p:nvPr>
        </p:nvSpPr>
        <p:spPr/>
        <p:txBody>
          <a:bodyPr/>
          <a:lstStyle/>
          <a:p>
            <a:fld id="{73B850FF-6169-4056-8077-06FFA93A5366}" type="slidenum">
              <a:rPr lang="en-US" smtClean="0"/>
              <a:t>21</a:t>
            </a:fld>
            <a:endParaRPr lang="en-US"/>
          </a:p>
        </p:txBody>
      </p:sp>
    </p:spTree>
    <p:extLst>
      <p:ext uri="{BB962C8B-B14F-4D97-AF65-F5344CB8AC3E}">
        <p14:creationId xmlns:p14="http://schemas.microsoft.com/office/powerpoint/2010/main" val="8988138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12" name="Picture 11">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4" name="Rectangle 13">
            <a:extLst>
              <a:ext uri="{FF2B5EF4-FFF2-40B4-BE49-F238E27FC236}">
                <a16:creationId xmlns:a16="http://schemas.microsoft.com/office/drawing/2014/main" id="{EB614023-3F38-44EB-8ABB-B52E5B9E22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6" name="Rectangle 15">
            <a:extLst>
              <a:ext uri="{FF2B5EF4-FFF2-40B4-BE49-F238E27FC236}">
                <a16:creationId xmlns:a16="http://schemas.microsoft.com/office/drawing/2014/main" id="{8C5F9310-ED3E-45B9-9D97-AC0F2C8900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6" name="Picture 5" descr="Exclamation mark on a yellow background">
            <a:extLst>
              <a:ext uri="{FF2B5EF4-FFF2-40B4-BE49-F238E27FC236}">
                <a16:creationId xmlns:a16="http://schemas.microsoft.com/office/drawing/2014/main" id="{F39576D9-0A9C-49A1-9ED8-0F33F498E43E}"/>
              </a:ext>
            </a:extLst>
          </p:cNvPr>
          <p:cNvPicPr>
            <a:picLocks noChangeAspect="1"/>
          </p:cNvPicPr>
          <p:nvPr/>
        </p:nvPicPr>
        <p:blipFill rotWithShape="1">
          <a:blip r:embed="rId3">
            <a:alphaModFix/>
          </a:blip>
          <a:srcRect t="25015" r="-2" b="-2"/>
          <a:stretch/>
        </p:blipFill>
        <p:spPr>
          <a:xfrm>
            <a:off x="20" y="1376"/>
            <a:ext cx="12191980" cy="6856624"/>
          </a:xfrm>
          <a:prstGeom prst="rect">
            <a:avLst/>
          </a:prstGeom>
        </p:spPr>
      </p:pic>
      <p:sp>
        <p:nvSpPr>
          <p:cNvPr id="18" name="Rectangle 17">
            <a:extLst>
              <a:ext uri="{FF2B5EF4-FFF2-40B4-BE49-F238E27FC236}">
                <a16:creationId xmlns:a16="http://schemas.microsoft.com/office/drawing/2014/main" id="{8D2A0DB3-EF43-4032-9B27-954E12CCB6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307" y="3124261"/>
            <a:ext cx="12188952" cy="3732362"/>
          </a:xfrm>
          <a:prstGeom prst="rect">
            <a:avLst/>
          </a:prstGeom>
          <a:gradFill>
            <a:gsLst>
              <a:gs pos="100000">
                <a:schemeClr val="tx1">
                  <a:alpha val="0"/>
                </a:schemeClr>
              </a:gs>
              <a:gs pos="0">
                <a:schemeClr val="tx1"/>
              </a:gs>
              <a:gs pos="0">
                <a:schemeClr val="tx1">
                  <a:alpha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AB3426-1BE0-2C81-5BC6-6C05431043A5}"/>
              </a:ext>
            </a:extLst>
          </p:cNvPr>
          <p:cNvSpPr>
            <a:spLocks noGrp="1"/>
          </p:cNvSpPr>
          <p:nvPr>
            <p:ph type="title"/>
          </p:nvPr>
        </p:nvSpPr>
        <p:spPr>
          <a:xfrm>
            <a:off x="996275" y="3523512"/>
            <a:ext cx="6198566" cy="2603208"/>
          </a:xfrm>
        </p:spPr>
        <p:txBody>
          <a:bodyPr vert="horz" lIns="91440" tIns="45720" rIns="91440" bIns="45720" rtlCol="0" anchor="b">
            <a:normAutofit/>
          </a:bodyPr>
          <a:lstStyle/>
          <a:p>
            <a:r>
              <a:rPr lang="en-US" sz="5400">
                <a:solidFill>
                  <a:srgbClr val="FFFFFF"/>
                </a:solidFill>
              </a:rPr>
              <a:t>Thanks</a:t>
            </a:r>
          </a:p>
        </p:txBody>
      </p:sp>
      <p:sp>
        <p:nvSpPr>
          <p:cNvPr id="4" name="Slide Number Placeholder 3">
            <a:extLst>
              <a:ext uri="{FF2B5EF4-FFF2-40B4-BE49-F238E27FC236}">
                <a16:creationId xmlns:a16="http://schemas.microsoft.com/office/drawing/2014/main" id="{6CF1FD65-F1D5-983F-7043-F3F8D03FB760}"/>
              </a:ext>
            </a:extLst>
          </p:cNvPr>
          <p:cNvSpPr>
            <a:spLocks noGrp="1"/>
          </p:cNvSpPr>
          <p:nvPr>
            <p:ph type="sldNum" sz="quarter" idx="12"/>
          </p:nvPr>
        </p:nvSpPr>
        <p:spPr>
          <a:xfrm>
            <a:off x="8610600" y="6324600"/>
            <a:ext cx="2743200" cy="365125"/>
          </a:xfrm>
        </p:spPr>
        <p:txBody>
          <a:bodyPr vert="horz" lIns="91440" tIns="45720" rIns="91440" bIns="45720" rtlCol="0" anchor="ctr">
            <a:normAutofit/>
          </a:bodyPr>
          <a:lstStyle/>
          <a:p>
            <a:pPr>
              <a:spcAft>
                <a:spcPts val="600"/>
              </a:spcAft>
            </a:pPr>
            <a:fld id="{73B850FF-6169-4056-8077-06FFA93A5366}" type="slidenum">
              <a:rPr lang="en-US">
                <a:solidFill>
                  <a:srgbClr val="FFFFFF"/>
                </a:solidFill>
              </a:rPr>
              <a:pPr>
                <a:spcAft>
                  <a:spcPts val="600"/>
                </a:spcAft>
              </a:pPr>
              <a:t>22</a:t>
            </a:fld>
            <a:endParaRPr lang="en-US">
              <a:solidFill>
                <a:srgbClr val="FFFFFF"/>
              </a:solidFill>
            </a:endParaRPr>
          </a:p>
        </p:txBody>
      </p:sp>
    </p:spTree>
    <p:extLst>
      <p:ext uri="{BB962C8B-B14F-4D97-AF65-F5344CB8AC3E}">
        <p14:creationId xmlns:p14="http://schemas.microsoft.com/office/powerpoint/2010/main" val="1653547992"/>
      </p:ext>
    </p:extLst>
  </p:cSld>
  <p:clrMapOvr>
    <a:masterClrMapping/>
  </p:clrMapOvr>
</p:sld>
</file>

<file path=ppt/theme/theme1.xml><?xml version="1.0" encoding="utf-8"?>
<a:theme xmlns:a="http://schemas.openxmlformats.org/drawingml/2006/main" name="BlockprintVTI">
  <a:themeElements>
    <a:clrScheme name="AnalogousFromDarkSeedLeftStep">
      <a:dk1>
        <a:srgbClr val="000000"/>
      </a:dk1>
      <a:lt1>
        <a:srgbClr val="FFFFFF"/>
      </a:lt1>
      <a:dk2>
        <a:srgbClr val="311C23"/>
      </a:dk2>
      <a:lt2>
        <a:srgbClr val="F0F3F3"/>
      </a:lt2>
      <a:accent1>
        <a:srgbClr val="D63A44"/>
      </a:accent1>
      <a:accent2>
        <a:srgbClr val="C42874"/>
      </a:accent2>
      <a:accent3>
        <a:srgbClr val="D63AC7"/>
      </a:accent3>
      <a:accent4>
        <a:srgbClr val="9328C4"/>
      </a:accent4>
      <a:accent5>
        <a:srgbClr val="633AD6"/>
      </a:accent5>
      <a:accent6>
        <a:srgbClr val="2B42C5"/>
      </a:accent6>
      <a:hlink>
        <a:srgbClr val="763FBF"/>
      </a:hlink>
      <a:folHlink>
        <a:srgbClr val="7F7F7F"/>
      </a:folHlink>
    </a:clrScheme>
    <a:fontScheme name="Custom 56">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printVTI" id="{AA8C8908-6BA4-477C-AEA4-CB6C32A1FE3B}" vid="{36392749-7C1D-4938-93BB-440CD2A1B0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22</Slides>
  <Notes>0</Notes>
  <HiddenSlides>0</HiddenSlides>
  <MMClips>0</MMClips>
  <ScaleCrop>false</ScaleCrop>
  <HeadingPairs>
    <vt:vector size="4" baseType="variant">
      <vt:variant>
        <vt:lpstr>Theme</vt:lpstr>
      </vt:variant>
      <vt:variant>
        <vt:i4>2</vt:i4>
      </vt:variant>
      <vt:variant>
        <vt:lpstr>Slide Titles</vt:lpstr>
      </vt:variant>
      <vt:variant>
        <vt:i4>22</vt:i4>
      </vt:variant>
    </vt:vector>
  </HeadingPairs>
  <TitlesOfParts>
    <vt:vector size="24" baseType="lpstr">
      <vt:lpstr>BlockprintVTI</vt:lpstr>
      <vt:lpstr>Office Theme</vt:lpstr>
      <vt:lpstr>Epidemiological methods</vt:lpstr>
      <vt:lpstr>PowerPoint Presentation</vt:lpstr>
      <vt:lpstr>MCQ - 1</vt:lpstr>
      <vt:lpstr>MCQ - 2</vt:lpstr>
      <vt:lpstr>MCQ - 3</vt:lpstr>
      <vt:lpstr>MCQ - 4</vt:lpstr>
      <vt:lpstr>PowerPoint Presentation</vt:lpstr>
      <vt:lpstr>Descriptive study</vt:lpstr>
      <vt:lpstr>Steps</vt:lpstr>
      <vt:lpstr>Defining the population</vt:lpstr>
      <vt:lpstr>Defining the population</vt:lpstr>
      <vt:lpstr>Defining the population</vt:lpstr>
      <vt:lpstr>Defining the disease</vt:lpstr>
      <vt:lpstr>Operational definition</vt:lpstr>
      <vt:lpstr>Describing the disease</vt:lpstr>
      <vt:lpstr>Time Distribution</vt:lpstr>
      <vt:lpstr>Short term fluctuations</vt:lpstr>
      <vt:lpstr>Epidemics</vt:lpstr>
      <vt:lpstr>Single exposure / Point source</vt:lpstr>
      <vt:lpstr>Continuous/ Repeated exposure</vt:lpstr>
      <vt:lpstr>Epidemic Curve</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Epid</dc:title>
  <dc:creator/>
  <cp:lastModifiedBy/>
  <cp:revision>373</cp:revision>
  <dcterms:created xsi:type="dcterms:W3CDTF">2023-05-01T08:22:27Z</dcterms:created>
  <dcterms:modified xsi:type="dcterms:W3CDTF">2023-05-02T02:42:09Z</dcterms:modified>
</cp:coreProperties>
</file>