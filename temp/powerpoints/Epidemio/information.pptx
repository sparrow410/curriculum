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470608-4C35-4815-8508-7D215B9C9A4A}" v="4" dt="2023-09-05T05:28:04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LiveId" clId="{703F3F31-F4E0-4C14-888C-938335DDF6F8}"/>
    <pc:docChg chg="custSel addSld modSld">
      <pc:chgData name="mukul maheshwari" userId="12cb43e2ca5f0d2c" providerId="LiveId" clId="{703F3F31-F4E0-4C14-888C-938335DDF6F8}" dt="2023-04-19T18:24:44.118" v="3614" actId="26606"/>
      <pc:docMkLst>
        <pc:docMk/>
      </pc:docMkLst>
      <pc:sldChg chg="addSp delSp modSp mod">
        <pc:chgData name="mukul maheshwari" userId="12cb43e2ca5f0d2c" providerId="LiveId" clId="{703F3F31-F4E0-4C14-888C-938335DDF6F8}" dt="2023-04-19T12:52:38.421" v="1088" actId="26606"/>
        <pc:sldMkLst>
          <pc:docMk/>
          <pc:sldMk cId="730470579" sldId="256"/>
        </pc:sldMkLst>
        <pc:spChg chg="mod">
          <ac:chgData name="mukul maheshwari" userId="12cb43e2ca5f0d2c" providerId="LiveId" clId="{703F3F31-F4E0-4C14-888C-938335DDF6F8}" dt="2023-04-19T12:52:38.421" v="1088" actId="26606"/>
          <ac:spMkLst>
            <pc:docMk/>
            <pc:sldMk cId="730470579" sldId="256"/>
            <ac:spMk id="2" creationId="{19469116-B329-E193-B292-2F5AE7707C4E}"/>
          </ac:spMkLst>
        </pc:spChg>
        <pc:spChg chg="mod">
          <ac:chgData name="mukul maheshwari" userId="12cb43e2ca5f0d2c" providerId="LiveId" clId="{703F3F31-F4E0-4C14-888C-938335DDF6F8}" dt="2023-04-19T12:52:38.421" v="1088" actId="26606"/>
          <ac:spMkLst>
            <pc:docMk/>
            <pc:sldMk cId="730470579" sldId="256"/>
            <ac:spMk id="5" creationId="{9C1196E1-5F80-F5BF-896F-494A8AAEDB9E}"/>
          </ac:spMkLst>
        </pc:spChg>
        <pc:spChg chg="del">
          <ac:chgData name="mukul maheshwari" userId="12cb43e2ca5f0d2c" providerId="LiveId" clId="{703F3F31-F4E0-4C14-888C-938335DDF6F8}" dt="2023-04-19T12:18:15.218" v="2" actId="26606"/>
          <ac:spMkLst>
            <pc:docMk/>
            <pc:sldMk cId="730470579" sldId="256"/>
            <ac:spMk id="10" creationId="{2644B391-9BFE-445C-A9EC-F544BB85FBC7}"/>
          </ac:spMkLst>
        </pc:spChg>
        <pc:spChg chg="del">
          <ac:chgData name="mukul maheshwari" userId="12cb43e2ca5f0d2c" providerId="LiveId" clId="{703F3F31-F4E0-4C14-888C-938335DDF6F8}" dt="2023-04-19T12:18:15.218" v="2" actId="26606"/>
          <ac:spMkLst>
            <pc:docMk/>
            <pc:sldMk cId="730470579" sldId="256"/>
            <ac:spMk id="12" creationId="{80F26E69-87D9-4655-AE7B-280A87AA3CAD}"/>
          </ac:spMkLst>
        </pc:spChg>
        <pc:spChg chg="add del">
          <ac:chgData name="mukul maheshwari" userId="12cb43e2ca5f0d2c" providerId="LiveId" clId="{703F3F31-F4E0-4C14-888C-938335DDF6F8}" dt="2023-04-19T12:52:01.883" v="1082" actId="26606"/>
          <ac:spMkLst>
            <pc:docMk/>
            <pc:sldMk cId="730470579" sldId="256"/>
            <ac:spMk id="18" creationId="{4063B759-00FC-46D1-9898-8E8625268FAF}"/>
          </ac:spMkLst>
        </pc:spChg>
        <pc:spChg chg="add del">
          <ac:chgData name="mukul maheshwari" userId="12cb43e2ca5f0d2c" providerId="LiveId" clId="{703F3F31-F4E0-4C14-888C-938335DDF6F8}" dt="2023-04-19T12:52:01.883" v="1082" actId="26606"/>
          <ac:spMkLst>
            <pc:docMk/>
            <pc:sldMk cId="730470579" sldId="256"/>
            <ac:spMk id="20" creationId="{D5B012D8-7F27-4758-9AC6-C889B154BD73}"/>
          </ac:spMkLst>
        </pc:spChg>
        <pc:spChg chg="add del">
          <ac:chgData name="mukul maheshwari" userId="12cb43e2ca5f0d2c" providerId="LiveId" clId="{703F3F31-F4E0-4C14-888C-938335DDF6F8}" dt="2023-04-19T12:52:38.421" v="1088" actId="26606"/>
          <ac:spMkLst>
            <pc:docMk/>
            <pc:sldMk cId="730470579" sldId="256"/>
            <ac:spMk id="26" creationId="{4063B759-00FC-46D1-9898-8E8625268FAF}"/>
          </ac:spMkLst>
        </pc:spChg>
        <pc:spChg chg="add del">
          <ac:chgData name="mukul maheshwari" userId="12cb43e2ca5f0d2c" providerId="LiveId" clId="{703F3F31-F4E0-4C14-888C-938335DDF6F8}" dt="2023-04-19T12:52:38.421" v="1088" actId="26606"/>
          <ac:spMkLst>
            <pc:docMk/>
            <pc:sldMk cId="730470579" sldId="256"/>
            <ac:spMk id="28" creationId="{D5B012D8-7F27-4758-9AC6-C889B154BD73}"/>
          </ac:spMkLst>
        </pc:spChg>
        <pc:spChg chg="add">
          <ac:chgData name="mukul maheshwari" userId="12cb43e2ca5f0d2c" providerId="LiveId" clId="{703F3F31-F4E0-4C14-888C-938335DDF6F8}" dt="2023-04-19T12:52:38.421" v="1088" actId="26606"/>
          <ac:spMkLst>
            <pc:docMk/>
            <pc:sldMk cId="730470579" sldId="256"/>
            <ac:spMk id="33" creationId="{9D879A56-BA4A-47BE-B8EA-643910D696DB}"/>
          </ac:spMkLst>
        </pc:spChg>
        <pc:spChg chg="add">
          <ac:chgData name="mukul maheshwari" userId="12cb43e2ca5f0d2c" providerId="LiveId" clId="{703F3F31-F4E0-4C14-888C-938335DDF6F8}" dt="2023-04-19T12:52:38.421" v="1088" actId="26606"/>
          <ac:spMkLst>
            <pc:docMk/>
            <pc:sldMk cId="730470579" sldId="256"/>
            <ac:spMk id="35" creationId="{68E7D62B-6F82-4DD0-9764-C143AEAAC198}"/>
          </ac:spMkLst>
        </pc:spChg>
        <pc:spChg chg="add">
          <ac:chgData name="mukul maheshwari" userId="12cb43e2ca5f0d2c" providerId="LiveId" clId="{703F3F31-F4E0-4C14-888C-938335DDF6F8}" dt="2023-04-19T12:52:38.421" v="1088" actId="26606"/>
          <ac:spMkLst>
            <pc:docMk/>
            <pc:sldMk cId="730470579" sldId="256"/>
            <ac:spMk id="37" creationId="{9C283B92-B6AF-4FE0-AF35-F51A679051EE}"/>
          </ac:spMkLst>
        </pc:spChg>
        <pc:picChg chg="del mod">
          <ac:chgData name="mukul maheshwari" userId="12cb43e2ca5f0d2c" providerId="LiveId" clId="{703F3F31-F4E0-4C14-888C-938335DDF6F8}" dt="2023-04-19T12:18:10.037" v="1" actId="478"/>
          <ac:picMkLst>
            <pc:docMk/>
            <pc:sldMk cId="730470579" sldId="256"/>
            <ac:picMk id="7" creationId="{7E14CCDB-D9E2-4F95-468B-E9F5999DA6A0}"/>
          </ac:picMkLst>
        </pc:picChg>
        <pc:picChg chg="add del">
          <ac:chgData name="mukul maheshwari" userId="12cb43e2ca5f0d2c" providerId="LiveId" clId="{703F3F31-F4E0-4C14-888C-938335DDF6F8}" dt="2023-04-19T12:51:50.188" v="1081" actId="478"/>
          <ac:picMkLst>
            <pc:docMk/>
            <pc:sldMk cId="730470579" sldId="256"/>
            <ac:picMk id="14" creationId="{C77FBB95-6B53-D0C1-D0E4-A2656C7B8AE0}"/>
          </ac:picMkLst>
        </pc:picChg>
        <pc:picChg chg="add mod ord">
          <ac:chgData name="mukul maheshwari" userId="12cb43e2ca5f0d2c" providerId="LiveId" clId="{703F3F31-F4E0-4C14-888C-938335DDF6F8}" dt="2023-04-19T12:52:38.421" v="1088" actId="26606"/>
          <ac:picMkLst>
            <pc:docMk/>
            <pc:sldMk cId="730470579" sldId="256"/>
            <ac:picMk id="22" creationId="{5534ACD9-AE73-E7B1-338C-A531310BFCC1}"/>
          </ac:picMkLst>
        </pc:picChg>
        <pc:cxnChg chg="add">
          <ac:chgData name="mukul maheshwari" userId="12cb43e2ca5f0d2c" providerId="LiveId" clId="{703F3F31-F4E0-4C14-888C-938335DDF6F8}" dt="2023-04-19T12:52:38.421" v="1088" actId="26606"/>
          <ac:cxnSpMkLst>
            <pc:docMk/>
            <pc:sldMk cId="730470579" sldId="256"/>
            <ac:cxnSpMk id="39" creationId="{9B60A8CB-176B-4FD6-AD24-9D98027E5CA0}"/>
          </ac:cxnSpMkLst>
        </pc:cxnChg>
        <pc:cxnChg chg="add">
          <ac:chgData name="mukul maheshwari" userId="12cb43e2ca5f0d2c" providerId="LiveId" clId="{703F3F31-F4E0-4C14-888C-938335DDF6F8}" dt="2023-04-19T12:52:38.421" v="1088" actId="26606"/>
          <ac:cxnSpMkLst>
            <pc:docMk/>
            <pc:sldMk cId="730470579" sldId="256"/>
            <ac:cxnSpMk id="41" creationId="{8171CA5D-A004-471D-81F2-0B1381DE61F0}"/>
          </ac:cxnSpMkLst>
        </pc:cxnChg>
        <pc:cxnChg chg="add">
          <ac:chgData name="mukul maheshwari" userId="12cb43e2ca5f0d2c" providerId="LiveId" clId="{703F3F31-F4E0-4C14-888C-938335DDF6F8}" dt="2023-04-19T12:52:38.421" v="1088" actId="26606"/>
          <ac:cxnSpMkLst>
            <pc:docMk/>
            <pc:sldMk cId="730470579" sldId="256"/>
            <ac:cxnSpMk id="43" creationId="{0682D131-57BB-442B-BD9B-8F06D2B230E3}"/>
          </ac:cxnSpMkLst>
        </pc:cxnChg>
      </pc:sldChg>
      <pc:sldChg chg="modSp mod">
        <pc:chgData name="mukul maheshwari" userId="12cb43e2ca5f0d2c" providerId="LiveId" clId="{703F3F31-F4E0-4C14-888C-938335DDF6F8}" dt="2023-04-19T12:48:26.246" v="931" actId="255"/>
        <pc:sldMkLst>
          <pc:docMk/>
          <pc:sldMk cId="335752517" sldId="258"/>
        </pc:sldMkLst>
        <pc:spChg chg="mod">
          <ac:chgData name="mukul maheshwari" userId="12cb43e2ca5f0d2c" providerId="LiveId" clId="{703F3F31-F4E0-4C14-888C-938335DDF6F8}" dt="2023-04-19T12:41:36.530" v="361" actId="20577"/>
          <ac:spMkLst>
            <pc:docMk/>
            <pc:sldMk cId="335752517" sldId="258"/>
            <ac:spMk id="2" creationId="{8CD7F0E9-7ADC-85B2-0799-E8BE95E03BF9}"/>
          </ac:spMkLst>
        </pc:spChg>
        <pc:spChg chg="mod">
          <ac:chgData name="mukul maheshwari" userId="12cb43e2ca5f0d2c" providerId="LiveId" clId="{703F3F31-F4E0-4C14-888C-938335DDF6F8}" dt="2023-04-19T12:48:26.246" v="931" actId="255"/>
          <ac:spMkLst>
            <pc:docMk/>
            <pc:sldMk cId="335752517" sldId="258"/>
            <ac:spMk id="3" creationId="{2003BCE2-60AF-C447-9186-0535ACE7BE97}"/>
          </ac:spMkLst>
        </pc:spChg>
      </pc:sldChg>
      <pc:sldChg chg="modSp mod">
        <pc:chgData name="mukul maheshwari" userId="12cb43e2ca5f0d2c" providerId="LiveId" clId="{703F3F31-F4E0-4C14-888C-938335DDF6F8}" dt="2023-04-19T12:36:06.597" v="305" actId="20577"/>
        <pc:sldMkLst>
          <pc:docMk/>
          <pc:sldMk cId="739477159" sldId="261"/>
        </pc:sldMkLst>
        <pc:spChg chg="mod">
          <ac:chgData name="mukul maheshwari" userId="12cb43e2ca5f0d2c" providerId="LiveId" clId="{703F3F31-F4E0-4C14-888C-938335DDF6F8}" dt="2023-04-19T12:18:29.763" v="4" actId="20577"/>
          <ac:spMkLst>
            <pc:docMk/>
            <pc:sldMk cId="739477159" sldId="261"/>
            <ac:spMk id="2" creationId="{02FA8EBF-0387-DDED-482D-493229F035C2}"/>
          </ac:spMkLst>
        </pc:spChg>
        <pc:spChg chg="mod">
          <ac:chgData name="mukul maheshwari" userId="12cb43e2ca5f0d2c" providerId="LiveId" clId="{703F3F31-F4E0-4C14-888C-938335DDF6F8}" dt="2023-04-19T12:36:06.597" v="305" actId="20577"/>
          <ac:spMkLst>
            <pc:docMk/>
            <pc:sldMk cId="739477159" sldId="261"/>
            <ac:spMk id="3" creationId="{D104AEF8-EC15-1465-1980-99AFF2AA2463}"/>
          </ac:spMkLst>
        </pc:spChg>
      </pc:sldChg>
      <pc:sldChg chg="modSp mod">
        <pc:chgData name="mukul maheshwari" userId="12cb43e2ca5f0d2c" providerId="LiveId" clId="{703F3F31-F4E0-4C14-888C-938335DDF6F8}" dt="2023-04-19T12:19:41.125" v="88" actId="20577"/>
        <pc:sldMkLst>
          <pc:docMk/>
          <pc:sldMk cId="1890069833" sldId="262"/>
        </pc:sldMkLst>
        <pc:spChg chg="mod">
          <ac:chgData name="mukul maheshwari" userId="12cb43e2ca5f0d2c" providerId="LiveId" clId="{703F3F31-F4E0-4C14-888C-938335DDF6F8}" dt="2023-04-19T12:18:39.343" v="6" actId="20577"/>
          <ac:spMkLst>
            <pc:docMk/>
            <pc:sldMk cId="1890069833" sldId="262"/>
            <ac:spMk id="2" creationId="{02FA8EBF-0387-DDED-482D-493229F035C2}"/>
          </ac:spMkLst>
        </pc:spChg>
        <pc:spChg chg="mod">
          <ac:chgData name="mukul maheshwari" userId="12cb43e2ca5f0d2c" providerId="LiveId" clId="{703F3F31-F4E0-4C14-888C-938335DDF6F8}" dt="2023-04-19T12:19:41.125" v="88" actId="20577"/>
          <ac:spMkLst>
            <pc:docMk/>
            <pc:sldMk cId="1890069833" sldId="262"/>
            <ac:spMk id="3" creationId="{D104AEF8-EC15-1465-1980-99AFF2AA2463}"/>
          </ac:spMkLst>
        </pc:spChg>
      </pc:sldChg>
      <pc:sldChg chg="modSp new mod">
        <pc:chgData name="mukul maheshwari" userId="12cb43e2ca5f0d2c" providerId="LiveId" clId="{703F3F31-F4E0-4C14-888C-938335DDF6F8}" dt="2023-04-19T13:00:59.691" v="1649" actId="255"/>
        <pc:sldMkLst>
          <pc:docMk/>
          <pc:sldMk cId="1516911391" sldId="263"/>
        </pc:sldMkLst>
        <pc:spChg chg="mod">
          <ac:chgData name="mukul maheshwari" userId="12cb43e2ca5f0d2c" providerId="LiveId" clId="{703F3F31-F4E0-4C14-888C-938335DDF6F8}" dt="2023-04-19T13:00:44.685" v="1648" actId="20577"/>
          <ac:spMkLst>
            <pc:docMk/>
            <pc:sldMk cId="1516911391" sldId="263"/>
            <ac:spMk id="2" creationId="{75A9D0AA-F672-4A7C-4D0E-6BB98B6CC4D6}"/>
          </ac:spMkLst>
        </pc:spChg>
        <pc:spChg chg="mod">
          <ac:chgData name="mukul maheshwari" userId="12cb43e2ca5f0d2c" providerId="LiveId" clId="{703F3F31-F4E0-4C14-888C-938335DDF6F8}" dt="2023-04-19T13:00:59.691" v="1649" actId="255"/>
          <ac:spMkLst>
            <pc:docMk/>
            <pc:sldMk cId="1516911391" sldId="263"/>
            <ac:spMk id="3" creationId="{157EAC1F-14A7-A7C4-C41B-5C3D9C7C50B6}"/>
          </ac:spMkLst>
        </pc:spChg>
      </pc:sldChg>
      <pc:sldChg chg="modSp new mod">
        <pc:chgData name="mukul maheshwari" userId="12cb43e2ca5f0d2c" providerId="LiveId" clId="{703F3F31-F4E0-4C14-888C-938335DDF6F8}" dt="2023-04-19T17:56:08.339" v="2614" actId="20577"/>
        <pc:sldMkLst>
          <pc:docMk/>
          <pc:sldMk cId="2609248193" sldId="264"/>
        </pc:sldMkLst>
        <pc:spChg chg="mod">
          <ac:chgData name="mukul maheshwari" userId="12cb43e2ca5f0d2c" providerId="LiveId" clId="{703F3F31-F4E0-4C14-888C-938335DDF6F8}" dt="2023-04-19T17:48:25.360" v="2306" actId="1076"/>
          <ac:spMkLst>
            <pc:docMk/>
            <pc:sldMk cId="2609248193" sldId="264"/>
            <ac:spMk id="2" creationId="{4C07D282-D2DB-D744-5965-AD81EE1944B0}"/>
          </ac:spMkLst>
        </pc:spChg>
        <pc:spChg chg="mod">
          <ac:chgData name="mukul maheshwari" userId="12cb43e2ca5f0d2c" providerId="LiveId" clId="{703F3F31-F4E0-4C14-888C-938335DDF6F8}" dt="2023-04-19T17:56:08.339" v="2614" actId="20577"/>
          <ac:spMkLst>
            <pc:docMk/>
            <pc:sldMk cId="2609248193" sldId="264"/>
            <ac:spMk id="3" creationId="{47D14924-58FA-E5A4-6D58-3555AD07124D}"/>
          </ac:spMkLst>
        </pc:spChg>
      </pc:sldChg>
      <pc:sldChg chg="modSp new mod">
        <pc:chgData name="mukul maheshwari" userId="12cb43e2ca5f0d2c" providerId="LiveId" clId="{703F3F31-F4E0-4C14-888C-938335DDF6F8}" dt="2023-04-19T18:16:18.397" v="3383" actId="403"/>
        <pc:sldMkLst>
          <pc:docMk/>
          <pc:sldMk cId="1062821178" sldId="265"/>
        </pc:sldMkLst>
        <pc:spChg chg="mod">
          <ac:chgData name="mukul maheshwari" userId="12cb43e2ca5f0d2c" providerId="LiveId" clId="{703F3F31-F4E0-4C14-888C-938335DDF6F8}" dt="2023-04-19T18:15:46.986" v="3377" actId="1076"/>
          <ac:spMkLst>
            <pc:docMk/>
            <pc:sldMk cId="1062821178" sldId="265"/>
            <ac:spMk id="2" creationId="{0843AEAC-AA6E-B508-3E2A-4241CF0D7D93}"/>
          </ac:spMkLst>
        </pc:spChg>
        <pc:spChg chg="mod">
          <ac:chgData name="mukul maheshwari" userId="12cb43e2ca5f0d2c" providerId="LiveId" clId="{703F3F31-F4E0-4C14-888C-938335DDF6F8}" dt="2023-04-19T18:16:18.397" v="3383" actId="403"/>
          <ac:spMkLst>
            <pc:docMk/>
            <pc:sldMk cId="1062821178" sldId="265"/>
            <ac:spMk id="3" creationId="{C13B4E0B-787D-85F3-D163-337A63E45284}"/>
          </ac:spMkLst>
        </pc:spChg>
      </pc:sldChg>
      <pc:sldChg chg="modSp new mod">
        <pc:chgData name="mukul maheshwari" userId="12cb43e2ca5f0d2c" providerId="LiveId" clId="{703F3F31-F4E0-4C14-888C-938335DDF6F8}" dt="2023-04-19T18:23:43.308" v="3606" actId="20577"/>
        <pc:sldMkLst>
          <pc:docMk/>
          <pc:sldMk cId="3748728017" sldId="266"/>
        </pc:sldMkLst>
        <pc:spChg chg="mod">
          <ac:chgData name="mukul maheshwari" userId="12cb43e2ca5f0d2c" providerId="LiveId" clId="{703F3F31-F4E0-4C14-888C-938335DDF6F8}" dt="2023-04-19T18:16:52.915" v="3423" actId="20577"/>
          <ac:spMkLst>
            <pc:docMk/>
            <pc:sldMk cId="3748728017" sldId="266"/>
            <ac:spMk id="2" creationId="{AB837725-066C-DD41-4FE2-E60C667A8942}"/>
          </ac:spMkLst>
        </pc:spChg>
        <pc:spChg chg="mod">
          <ac:chgData name="mukul maheshwari" userId="12cb43e2ca5f0d2c" providerId="LiveId" clId="{703F3F31-F4E0-4C14-888C-938335DDF6F8}" dt="2023-04-19T18:23:43.308" v="3606" actId="20577"/>
          <ac:spMkLst>
            <pc:docMk/>
            <pc:sldMk cId="3748728017" sldId="266"/>
            <ac:spMk id="3" creationId="{21A17AB6-97D4-1201-B5BB-C5ED7AD36D6D}"/>
          </ac:spMkLst>
        </pc:spChg>
      </pc:sldChg>
      <pc:sldChg chg="addSp delSp modSp new mod setBg">
        <pc:chgData name="mukul maheshwari" userId="12cb43e2ca5f0d2c" providerId="LiveId" clId="{703F3F31-F4E0-4C14-888C-938335DDF6F8}" dt="2023-04-19T18:24:44.118" v="3614" actId="26606"/>
        <pc:sldMkLst>
          <pc:docMk/>
          <pc:sldMk cId="2764012321" sldId="267"/>
        </pc:sldMkLst>
        <pc:spChg chg="mo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2" creationId="{551F9A44-3242-AE43-9519-E645AD34B0B4}"/>
          </ac:spMkLst>
        </pc:spChg>
        <pc:spChg chg="del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3" creationId="{E323FA8F-CB0A-51F9-A0F7-C26AABC13199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10" creationId="{904DB13E-F722-4ED6-BB00-556651E95281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12" creationId="{1E8D93C5-28EB-42D0-86CE-D804955653CC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14" creationId="{AB1B1E7D-F76D-4744-AF85-239E6998A4C5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16" creationId="{3BB65211-00DB-45B6-A223-033B2D19CBE8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23" creationId="{08F455B7-514F-4326-8EA9-442D7F26CBB0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25" creationId="{27A9C548-0579-4864-92A3-093842E89D88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27" creationId="{DD4224F0-9A4A-420C-82F8-2B67484DB526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29" creationId="{57525A5F-CDD4-4EB3-9187-2A0E9EA15041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31" creationId="{08F5B423-DA6A-4E80-B3CA-549A442C8FB4}"/>
          </ac:spMkLst>
        </pc:spChg>
        <pc:spChg chg="add">
          <ac:chgData name="mukul maheshwari" userId="12cb43e2ca5f0d2c" providerId="LiveId" clId="{703F3F31-F4E0-4C14-888C-938335DDF6F8}" dt="2023-04-19T18:24:44.118" v="3614" actId="26606"/>
          <ac:spMkLst>
            <pc:docMk/>
            <pc:sldMk cId="2764012321" sldId="267"/>
            <ac:spMk id="33" creationId="{738170B5-3ECC-493B-85FA-6905971AD17E}"/>
          </ac:spMkLst>
        </pc:spChg>
        <pc:grpChg chg="add">
          <ac:chgData name="mukul maheshwari" userId="12cb43e2ca5f0d2c" providerId="LiveId" clId="{703F3F31-F4E0-4C14-888C-938335DDF6F8}" dt="2023-04-19T18:24:44.118" v="3614" actId="26606"/>
          <ac:grpSpMkLst>
            <pc:docMk/>
            <pc:sldMk cId="2764012321" sldId="267"/>
            <ac:grpSpMk id="18" creationId="{E26428D7-C6F3-473D-A360-A3F5C3E8728C}"/>
          </ac:grpSpMkLst>
        </pc:grpChg>
        <pc:picChg chg="add">
          <ac:chgData name="mukul maheshwari" userId="12cb43e2ca5f0d2c" providerId="LiveId" clId="{703F3F31-F4E0-4C14-888C-938335DDF6F8}" dt="2023-04-19T18:24:44.118" v="3614" actId="26606"/>
          <ac:picMkLst>
            <pc:docMk/>
            <pc:sldMk cId="2764012321" sldId="267"/>
            <ac:picMk id="7" creationId="{D557F179-EE10-2354-A8F1-CF5C2DCADEAE}"/>
          </ac:picMkLst>
        </pc:picChg>
        <pc:cxnChg chg="add">
          <ac:chgData name="mukul maheshwari" userId="12cb43e2ca5f0d2c" providerId="LiveId" clId="{703F3F31-F4E0-4C14-888C-938335DDF6F8}" dt="2023-04-19T18:24:44.118" v="3614" actId="26606"/>
          <ac:cxnSpMkLst>
            <pc:docMk/>
            <pc:sldMk cId="2764012321" sldId="267"/>
            <ac:cxnSpMk id="35" creationId="{F8DD37B8-B6EA-49DC-90EF-F4E3594540AE}"/>
          </ac:cxnSpMkLst>
        </pc:cxnChg>
        <pc:cxnChg chg="add">
          <ac:chgData name="mukul maheshwari" userId="12cb43e2ca5f0d2c" providerId="LiveId" clId="{703F3F31-F4E0-4C14-888C-938335DDF6F8}" dt="2023-04-19T18:24:44.118" v="3614" actId="26606"/>
          <ac:cxnSpMkLst>
            <pc:docMk/>
            <pc:sldMk cId="2764012321" sldId="267"/>
            <ac:cxnSpMk id="37" creationId="{500F7FF8-41E5-4585-AFDC-54EA8B275752}"/>
          </ac:cxnSpMkLst>
        </pc:cxnChg>
        <pc:cxnChg chg="add">
          <ac:chgData name="mukul maheshwari" userId="12cb43e2ca5f0d2c" providerId="LiveId" clId="{703F3F31-F4E0-4C14-888C-938335DDF6F8}" dt="2023-04-19T18:24:44.118" v="3614" actId="26606"/>
          <ac:cxnSpMkLst>
            <pc:docMk/>
            <pc:sldMk cId="2764012321" sldId="267"/>
            <ac:cxnSpMk id="39" creationId="{BAE2A71D-F8BA-4E4F-88A8-1F5FD5DF13DD}"/>
          </ac:cxnSpMkLst>
        </pc:cxnChg>
      </pc:sldChg>
    </pc:docChg>
  </pc:docChgLst>
  <pc:docChgLst>
    <pc:chgData name="Yetndera Singh Patel" userId="c5e60ef74df8834e" providerId="Windows Live" clId="Web-{3F470608-4C35-4815-8508-7D215B9C9A4A}"/>
    <pc:docChg chg="modSld">
      <pc:chgData name="Yetndera Singh Patel" userId="c5e60ef74df8834e" providerId="Windows Live" clId="Web-{3F470608-4C35-4815-8508-7D215B9C9A4A}" dt="2023-09-05T05:28:04.287" v="3" actId="20577"/>
      <pc:docMkLst>
        <pc:docMk/>
      </pc:docMkLst>
      <pc:sldChg chg="modSp">
        <pc:chgData name="Yetndera Singh Patel" userId="c5e60ef74df8834e" providerId="Windows Live" clId="Web-{3F470608-4C35-4815-8508-7D215B9C9A4A}" dt="2023-09-05T05:28:04.287" v="3" actId="20577"/>
        <pc:sldMkLst>
          <pc:docMk/>
          <pc:sldMk cId="459215264" sldId="260"/>
        </pc:sldMkLst>
        <pc:spChg chg="mod">
          <ac:chgData name="Yetndera Singh Patel" userId="c5e60ef74df8834e" providerId="Windows Live" clId="Web-{3F470608-4C35-4815-8508-7D215B9C9A4A}" dt="2023-09-05T05:28:04.287" v="3" actId="20577"/>
          <ac:spMkLst>
            <pc:docMk/>
            <pc:sldMk cId="459215264" sldId="260"/>
            <ac:spMk id="3" creationId="{D104AEF8-EC15-1465-1980-99AFF2AA246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9/4/2023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7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5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36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5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9/4/2023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59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9/4/2023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86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9/4/2023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6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9/4/2023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7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918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3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3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6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3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D879A56-BA4A-47BE-B8EA-643910D69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8E7D62B-6F82-4DD0-9764-C143AEAAC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69116-B329-E193-B292-2F5AE7707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3249" y="1348844"/>
            <a:ext cx="5716338" cy="3042706"/>
          </a:xfrm>
        </p:spPr>
        <p:txBody>
          <a:bodyPr>
            <a:normAutofit/>
          </a:bodyPr>
          <a:lstStyle/>
          <a:p>
            <a:r>
              <a:rPr lang="en-US" sz="6000"/>
              <a:t>Source of information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C1196E1-5F80-F5BF-896F-494A8AAED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3786" y="4682062"/>
            <a:ext cx="5355264" cy="95097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</a:t>
            </a:r>
            <a:r>
              <a:rPr lang="en-US">
                <a:sym typeface="Wingdings" panose="05000000000000000000" pitchFamily="2" charset="2"/>
              </a:rPr>
              <a:t> Information  Intelligence  Policy</a:t>
            </a:r>
            <a:endParaRPr lang="en-US"/>
          </a:p>
        </p:txBody>
      </p:sp>
      <p:pic>
        <p:nvPicPr>
          <p:cNvPr id="22" name="Picture 21" descr="Different numbers in white flying around">
            <a:extLst>
              <a:ext uri="{FF2B5EF4-FFF2-40B4-BE49-F238E27FC236}">
                <a16:creationId xmlns:a16="http://schemas.microsoft.com/office/drawing/2014/main" id="{5534ACD9-AE73-E7B1-338C-A531310BF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68" r="20770" b="1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C283B92-B6AF-4FE0-AF35-F51A6790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B60A8CB-176B-4FD6-AD24-9D98027E5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71CA5D-A004-471D-81F2-0B1381DE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682D131-57BB-442B-BD9B-8F06D2B23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47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8EBF-0387-DDED-482D-493229F0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MCQ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AEF8-EC15-1465-1980-99AFF2AA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Numerator not a part of denominator in :</a:t>
            </a:r>
          </a:p>
          <a:p>
            <a:pPr lvl="1"/>
            <a:r>
              <a:rPr lang="en-US" sz="2800" dirty="0"/>
              <a:t>Rate</a:t>
            </a:r>
          </a:p>
          <a:p>
            <a:pPr lvl="1"/>
            <a:r>
              <a:rPr lang="en-US" sz="2800" dirty="0"/>
              <a:t>Ratio</a:t>
            </a:r>
          </a:p>
          <a:p>
            <a:pPr lvl="1"/>
            <a:r>
              <a:rPr lang="en-US" sz="2800" dirty="0"/>
              <a:t>Proportion</a:t>
            </a:r>
          </a:p>
          <a:p>
            <a:pPr lvl="1"/>
            <a:r>
              <a:rPr lang="en-US" sz="2800" dirty="0"/>
              <a:t>All of the above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635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8EBF-0387-DDED-482D-493229F0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MCQ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AEF8-EC15-1465-1980-99AFF2AA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Discovery of penicillin by Sir Alexander Fleming was based on:</a:t>
            </a:r>
          </a:p>
          <a:p>
            <a:pPr lvl="1"/>
            <a:r>
              <a:rPr lang="en-US" sz="2800" dirty="0"/>
              <a:t>Epidemiological studies</a:t>
            </a:r>
          </a:p>
          <a:p>
            <a:pPr lvl="1"/>
            <a:r>
              <a:rPr lang="en-US" sz="2800" dirty="0"/>
              <a:t>Clinical studies</a:t>
            </a:r>
          </a:p>
          <a:p>
            <a:pPr lvl="1"/>
            <a:r>
              <a:rPr lang="en-US" sz="2800" dirty="0"/>
              <a:t>Laboratory studies</a:t>
            </a:r>
          </a:p>
          <a:p>
            <a:pPr lvl="1"/>
            <a:r>
              <a:rPr lang="en-US" sz="2800" dirty="0"/>
              <a:t>None of the above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7009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8EBF-0387-DDED-482D-493229F0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MCQ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AEF8-EC15-1465-1980-99AFF2AA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262626"/>
              </a:buClr>
            </a:pPr>
            <a:r>
              <a:rPr lang="en-US" sz="2800" dirty="0">
                <a:cs typeface="Times New Roman"/>
              </a:rPr>
              <a:t>In the statement “Tobacco smoking increases the risk of IHD by three times”  the epidemiological aspect which is covered pertains to :</a:t>
            </a:r>
            <a:endParaRPr lang="en-US" dirty="0">
              <a:cs typeface="Times New Roman"/>
            </a:endParaRPr>
          </a:p>
          <a:p>
            <a:pPr lvl="1">
              <a:buClr>
                <a:srgbClr val="262626"/>
              </a:buClr>
            </a:pPr>
            <a:r>
              <a:rPr lang="en-US" sz="2800" dirty="0">
                <a:cs typeface="Times New Roman"/>
              </a:rPr>
              <a:t>Person related distribution</a:t>
            </a:r>
            <a:endParaRPr lang="en-US"/>
          </a:p>
          <a:p>
            <a:pPr lvl="1">
              <a:buClr>
                <a:srgbClr val="262626"/>
              </a:buClr>
            </a:pPr>
            <a:r>
              <a:rPr lang="en-US" sz="2800" dirty="0">
                <a:cs typeface="Times New Roman"/>
              </a:rPr>
              <a:t>Time related distribution</a:t>
            </a:r>
            <a:endParaRPr lang="en-US"/>
          </a:p>
          <a:p>
            <a:pPr lvl="1">
              <a:buClr>
                <a:srgbClr val="262626"/>
              </a:buClr>
            </a:pPr>
            <a:r>
              <a:rPr lang="en-US" sz="2800" dirty="0">
                <a:cs typeface="Times New Roman"/>
              </a:rPr>
              <a:t>Place related distribution</a:t>
            </a:r>
            <a:endParaRPr lang="en-US"/>
          </a:p>
          <a:p>
            <a:pPr lvl="1">
              <a:buClr>
                <a:srgbClr val="262626"/>
              </a:buClr>
            </a:pPr>
            <a:r>
              <a:rPr lang="en-US" sz="2800" dirty="0">
                <a:cs typeface="Times New Roman"/>
              </a:rPr>
              <a:t>Determinants</a:t>
            </a:r>
            <a:endParaRPr lang="en-US"/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921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8EBF-0387-DDED-482D-493229F0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MCQ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AEF8-EC15-1465-1980-99AFF2AA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“The incidence of malaria is very high among migrant laborers in Odisha, Jharkhand and Chhattisgarh”  the above statement includes which of the following components of epidemiology:</a:t>
            </a:r>
          </a:p>
          <a:p>
            <a:pPr lvl="1"/>
            <a:r>
              <a:rPr lang="en-US" sz="2800" dirty="0"/>
              <a:t>Person related distribution</a:t>
            </a:r>
          </a:p>
          <a:p>
            <a:pPr lvl="1"/>
            <a:r>
              <a:rPr lang="en-US" sz="2800" dirty="0"/>
              <a:t>Place related distribution</a:t>
            </a:r>
          </a:p>
          <a:p>
            <a:pPr lvl="1"/>
            <a:r>
              <a:rPr lang="en-US" sz="2800" dirty="0"/>
              <a:t>Frequency</a:t>
            </a:r>
          </a:p>
          <a:p>
            <a:pPr lvl="1"/>
            <a:r>
              <a:rPr lang="en-US" sz="2800" dirty="0"/>
              <a:t>All of the above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3947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8EBF-0387-DDED-482D-493229F0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MCQ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AEF8-EC15-1465-1980-99AFF2AA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 the statement “55% of pregnant women in India are likely to have anemia” which of the following component of epidemiology is not included :</a:t>
            </a:r>
          </a:p>
          <a:p>
            <a:pPr lvl="1"/>
            <a:r>
              <a:rPr lang="en-US" sz="2800" dirty="0"/>
              <a:t>Person related distribution</a:t>
            </a:r>
          </a:p>
          <a:p>
            <a:pPr lvl="1"/>
            <a:r>
              <a:rPr lang="en-US" sz="2800" dirty="0"/>
              <a:t>Time related distribution</a:t>
            </a:r>
          </a:p>
          <a:p>
            <a:pPr lvl="1"/>
            <a:r>
              <a:rPr lang="en-US" sz="2800" dirty="0"/>
              <a:t>Place related distribution</a:t>
            </a:r>
          </a:p>
          <a:p>
            <a:pPr lvl="1"/>
            <a:r>
              <a:rPr lang="en-US" sz="2800" dirty="0"/>
              <a:t>Frequency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006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F0E9-7ADC-85B2-0799-E8BE95E03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information required by public health specialist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3BCE2-60AF-C447-9186-0535ACE7B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General Information – Location, governmental and societal pattern, geographical features, transport, communication, climate</a:t>
            </a:r>
          </a:p>
          <a:p>
            <a:r>
              <a:rPr lang="en-US" sz="2400" dirty="0"/>
              <a:t>Socio-demographic – population size, age &amp; sex constitution, fertility indicators, growth rate, education, occupation</a:t>
            </a:r>
          </a:p>
          <a:p>
            <a:r>
              <a:rPr lang="en-US" sz="2400" dirty="0"/>
              <a:t>Morbidity and Mortality – Maternal mortality rate &amp; Infant mortality rate</a:t>
            </a:r>
          </a:p>
          <a:p>
            <a:r>
              <a:rPr lang="en-US" sz="2400" dirty="0"/>
              <a:t>Health related indicator – water supply, sanitation, housing pattern</a:t>
            </a:r>
          </a:p>
          <a:p>
            <a:r>
              <a:rPr lang="en-US" sz="2400" dirty="0"/>
              <a:t>Health services – location, government &amp; non – government, availability, equipment</a:t>
            </a:r>
          </a:p>
          <a:p>
            <a:r>
              <a:rPr lang="en-US" sz="2400" dirty="0"/>
              <a:t>Preventive / promotive health program</a:t>
            </a:r>
          </a:p>
        </p:txBody>
      </p:sp>
    </p:spTree>
    <p:extLst>
      <p:ext uri="{BB962C8B-B14F-4D97-AF65-F5344CB8AC3E}">
        <p14:creationId xmlns:p14="http://schemas.microsoft.com/office/powerpoint/2010/main" val="335752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D0AA-F672-4A7C-4D0E-6BB98B6C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- Census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EAC1F-14A7-A7C4-C41B-5C3D9C7C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Census “to enumerate”</a:t>
            </a:r>
          </a:p>
          <a:p>
            <a:pPr lvl="1"/>
            <a:r>
              <a:rPr lang="en-US" sz="2000" dirty="0"/>
              <a:t>Sequence of activities concerned with collection, collation and factual presentation of data pertaining to social, demographic, and health related factors in respect of a nation, undertaken periodically, and having some sort of legal provision for it to be undertaken</a:t>
            </a:r>
          </a:p>
          <a:p>
            <a:pPr lvl="1"/>
            <a:r>
              <a:rPr lang="en-US" sz="2000" dirty="0"/>
              <a:t>Size &amp; composition of a population, forces determining it, trends anticipated in future, population density, literacy rate, economic conditions, occupational characteristics &amp; indicators of mortality</a:t>
            </a:r>
          </a:p>
          <a:p>
            <a:pPr lvl="1"/>
            <a:r>
              <a:rPr lang="en-US" sz="2000" dirty="0"/>
              <a:t>Periodicity – 10 year,</a:t>
            </a:r>
          </a:p>
          <a:p>
            <a:pPr lvl="1"/>
            <a:r>
              <a:rPr lang="en-US" sz="2000" dirty="0"/>
              <a:t>Types – De facto (location at the time of enumeration), De jure (usual place of residence)</a:t>
            </a:r>
          </a:p>
        </p:txBody>
      </p:sp>
    </p:spTree>
    <p:extLst>
      <p:ext uri="{BB962C8B-B14F-4D97-AF65-F5344CB8AC3E}">
        <p14:creationId xmlns:p14="http://schemas.microsoft.com/office/powerpoint/2010/main" val="1516911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D282-D2DB-D744-5965-AD81EE19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18" y="0"/>
            <a:ext cx="10058400" cy="1371600"/>
          </a:xfrm>
        </p:spPr>
        <p:txBody>
          <a:bodyPr/>
          <a:lstStyle/>
          <a:p>
            <a:r>
              <a:rPr lang="en-US" dirty="0"/>
              <a:t>Sample surveys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4924-58FA-E5A4-6D58-3555AD071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63" y="1025236"/>
            <a:ext cx="11416145" cy="5467927"/>
          </a:xfrm>
        </p:spPr>
        <p:txBody>
          <a:bodyPr>
            <a:normAutofit/>
          </a:bodyPr>
          <a:lstStyle/>
          <a:p>
            <a:r>
              <a:rPr lang="en-US" sz="1800" dirty="0"/>
              <a:t>Sample registration system (SRS)</a:t>
            </a:r>
          </a:p>
          <a:p>
            <a:pPr lvl="1"/>
            <a:r>
              <a:rPr lang="en-US" sz="1600" dirty="0"/>
              <a:t>8853 sample units (set of villages (4961) and urban blocks(3892))</a:t>
            </a:r>
          </a:p>
          <a:p>
            <a:pPr lvl="1"/>
            <a:r>
              <a:rPr lang="en-US" sz="1600" dirty="0"/>
              <a:t>Double recording method – part time enumerator (school-teacher / </a:t>
            </a:r>
            <a:r>
              <a:rPr lang="en-US" sz="1600" dirty="0" err="1"/>
              <a:t>anganwadi</a:t>
            </a:r>
            <a:r>
              <a:rPr lang="en-US" sz="1600" dirty="0"/>
              <a:t> worker), official from SRS dept (once 6 months)</a:t>
            </a:r>
          </a:p>
          <a:p>
            <a:pPr lvl="1"/>
            <a:r>
              <a:rPr lang="en-US" sz="1600" dirty="0"/>
              <a:t>Annual / half yearly reports – birth rate, death rate, population annual growth rate, IMR, fertility indicators</a:t>
            </a:r>
          </a:p>
          <a:p>
            <a:r>
              <a:rPr lang="en-US" sz="1800" dirty="0"/>
              <a:t>National Sample Survey (NSS)</a:t>
            </a:r>
          </a:p>
          <a:p>
            <a:pPr lvl="1"/>
            <a:r>
              <a:rPr lang="en-US" sz="1600" dirty="0"/>
              <a:t>Annual basis, - one particular aspect of social, demographic or health issue in particular survey</a:t>
            </a:r>
          </a:p>
          <a:p>
            <a:r>
              <a:rPr lang="en-US" sz="1800" dirty="0"/>
              <a:t>Reproductive health Survey (RHS) &amp; Facilities Survey (FS)</a:t>
            </a:r>
          </a:p>
          <a:p>
            <a:pPr lvl="1"/>
            <a:r>
              <a:rPr lang="en-US" sz="1600" dirty="0"/>
              <a:t>Ongoing components of RCH </a:t>
            </a:r>
          </a:p>
          <a:p>
            <a:r>
              <a:rPr lang="en-US" sz="1800" dirty="0"/>
              <a:t>National Family Health Survey (NFHS)</a:t>
            </a:r>
          </a:p>
          <a:p>
            <a:endParaRPr lang="en-US" sz="1800" dirty="0"/>
          </a:p>
          <a:p>
            <a:r>
              <a:rPr lang="en-US" sz="1800" dirty="0">
                <a:sym typeface="Wingdings" panose="05000000000000000000" pitchFamily="2" charset="2"/>
              </a:rPr>
              <a:t> valuable information for planning / evaluation of health services / programs</a:t>
            </a:r>
          </a:p>
          <a:p>
            <a:r>
              <a:rPr lang="en-US" sz="1800" dirty="0">
                <a:sym typeface="Wingdings" panose="05000000000000000000" pitchFamily="2" charset="2"/>
              </a:rPr>
              <a:t> for identifying community needs</a:t>
            </a:r>
          </a:p>
          <a:p>
            <a:r>
              <a:rPr lang="en-US" sz="1800" dirty="0">
                <a:sym typeface="Wingdings" panose="05000000000000000000" pitchFamily="2" charset="2"/>
              </a:rPr>
              <a:t> for providing information about available health manpower and other resources regarding risk factors</a:t>
            </a:r>
          </a:p>
          <a:p>
            <a:r>
              <a:rPr lang="en-US" sz="1800" dirty="0">
                <a:sym typeface="Wingdings" panose="05000000000000000000" pitchFamily="2" charset="2"/>
              </a:rPr>
              <a:t> providing statistics for public health / nutritional programs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9248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AEAC-AA6E-B508-3E2A-4241CF0D7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4727"/>
            <a:ext cx="10058400" cy="686673"/>
          </a:xfrm>
        </p:spPr>
        <p:txBody>
          <a:bodyPr/>
          <a:lstStyle/>
          <a:p>
            <a:r>
              <a:rPr lang="en-US" dirty="0"/>
              <a:t>Vital statistics and Civil registration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B4E0B-787D-85F3-D163-337A63E4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041399"/>
            <a:ext cx="11396134" cy="5393267"/>
          </a:xfrm>
        </p:spPr>
        <p:txBody>
          <a:bodyPr>
            <a:normAutofit/>
          </a:bodyPr>
          <a:lstStyle/>
          <a:p>
            <a:r>
              <a:rPr lang="en-US" sz="2000" dirty="0"/>
              <a:t>Birth, Death– continuous, permanent and compulsory recording  </a:t>
            </a:r>
          </a:p>
          <a:p>
            <a:r>
              <a:rPr lang="en-US" sz="2000" dirty="0"/>
              <a:t>Under Registrar general of India (Ministry of Home Affairs)</a:t>
            </a:r>
          </a:p>
          <a:p>
            <a:r>
              <a:rPr lang="en-US" sz="2000" b="1" u="sng" dirty="0"/>
              <a:t>Death Certificate</a:t>
            </a:r>
          </a:p>
          <a:p>
            <a:pPr lvl="1"/>
            <a:r>
              <a:rPr lang="en-US" sz="1800" b="1" u="sng" dirty="0"/>
              <a:t>Part I </a:t>
            </a:r>
          </a:p>
          <a:p>
            <a:pPr lvl="1"/>
            <a:r>
              <a:rPr lang="en-US" sz="1800" dirty="0"/>
              <a:t>Disease / Condition leading to death – Pulmonary embolism</a:t>
            </a:r>
          </a:p>
          <a:p>
            <a:pPr lvl="1"/>
            <a:r>
              <a:rPr lang="en-US" sz="1800" dirty="0"/>
              <a:t>Due to / as a consequence of – Pelvic Vein thrombosis</a:t>
            </a:r>
          </a:p>
          <a:p>
            <a:pPr lvl="1"/>
            <a:r>
              <a:rPr lang="en-US" sz="1800" dirty="0"/>
              <a:t>Due to / as a consequence of – Septic abortion</a:t>
            </a:r>
          </a:p>
          <a:p>
            <a:pPr lvl="1"/>
            <a:r>
              <a:rPr lang="en-US" sz="1800" b="1" u="sng" dirty="0"/>
              <a:t>Part II</a:t>
            </a:r>
          </a:p>
          <a:p>
            <a:pPr lvl="1"/>
            <a:r>
              <a:rPr lang="en-US" sz="1800" dirty="0"/>
              <a:t>Other significant conditions contributing to death but not related to the disease causing it – NIDDM</a:t>
            </a:r>
          </a:p>
          <a:p>
            <a:r>
              <a:rPr lang="en-US" sz="2000" b="1" u="sng" dirty="0"/>
              <a:t>Birth Certificate</a:t>
            </a:r>
          </a:p>
          <a:p>
            <a:pPr lvl="1"/>
            <a:r>
              <a:rPr lang="en-US" sz="1800" dirty="0"/>
              <a:t>Denominator data for IMR, MMR</a:t>
            </a:r>
          </a:p>
          <a:p>
            <a:pPr lvl="1"/>
            <a:r>
              <a:rPr lang="en-US" sz="1800" dirty="0"/>
              <a:t>Information – date, place of birth, domiciliary / institutional birth, sex of newborn, details of parent, birth attendant’s detail, type of delivery, complications, if any; age of mother, birth order</a:t>
            </a:r>
          </a:p>
        </p:txBody>
      </p:sp>
    </p:spTree>
    <p:extLst>
      <p:ext uri="{BB962C8B-B14F-4D97-AF65-F5344CB8AC3E}">
        <p14:creationId xmlns:p14="http://schemas.microsoft.com/office/powerpoint/2010/main" val="106282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37725-066C-DD41-4FE2-E60C667A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Disease notification and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17AB6-97D4-1201-B5BB-C5ED7AD36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National and International disease notification</a:t>
            </a:r>
          </a:p>
          <a:p>
            <a:r>
              <a:rPr lang="en-US" dirty="0"/>
              <a:t>Disease registries</a:t>
            </a:r>
          </a:p>
          <a:p>
            <a:r>
              <a:rPr lang="en-US" dirty="0"/>
              <a:t>Epidemiological surveillance data</a:t>
            </a:r>
          </a:p>
          <a:p>
            <a:r>
              <a:rPr lang="en-US" dirty="0"/>
              <a:t>Information from specific population</a:t>
            </a:r>
          </a:p>
          <a:p>
            <a:r>
              <a:rPr lang="en-US" dirty="0"/>
              <a:t>Records of hospital and health services</a:t>
            </a:r>
          </a:p>
        </p:txBody>
      </p:sp>
    </p:spTree>
    <p:extLst>
      <p:ext uri="{BB962C8B-B14F-4D97-AF65-F5344CB8AC3E}">
        <p14:creationId xmlns:p14="http://schemas.microsoft.com/office/powerpoint/2010/main" val="374872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8F455B7-514F-4326-8EA9-442D7F26C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A9C548-0579-4864-92A3-093842E89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4224F0-9A4A-420C-82F8-2B67484DB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09250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D557F179-EE10-2354-A8F1-CF5C2DCAD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193" y="1021664"/>
            <a:ext cx="4811546" cy="481154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7525A5F-CDD4-4EB3-9187-2A0E9EA1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5560" y="643464"/>
            <a:ext cx="4780243" cy="5566305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8F5B423-DA6A-4E80-B3CA-549A442C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19117" y="806860"/>
            <a:ext cx="4453128" cy="5239512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F9A44-3242-AE43-9519-E645AD34B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4988" y="1559768"/>
            <a:ext cx="3601387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800" b="0" cap="all" spc="-100"/>
              <a:t>Thanks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8170B5-3ECC-493B-85FA-6905971AD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1198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DD37B8-B6EA-49DC-90EF-F4E359454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9549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00F7FF8-41E5-4585-AFDC-54EA8B275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8713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AE2A71D-F8BA-4E4F-88A8-1F5FD5DF1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95498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012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RightStep">
      <a:dk1>
        <a:srgbClr val="000000"/>
      </a:dk1>
      <a:lt1>
        <a:srgbClr val="FFFFFF"/>
      </a:lt1>
      <a:dk2>
        <a:srgbClr val="243841"/>
      </a:dk2>
      <a:lt2>
        <a:srgbClr val="E8E5E2"/>
      </a:lt2>
      <a:accent1>
        <a:srgbClr val="8DA6C2"/>
      </a:accent1>
      <a:accent2>
        <a:srgbClr val="7F82BA"/>
      </a:accent2>
      <a:accent3>
        <a:srgbClr val="A896C6"/>
      </a:accent3>
      <a:accent4>
        <a:srgbClr val="AD7FBA"/>
      </a:accent4>
      <a:accent5>
        <a:srgbClr val="C493BB"/>
      </a:accent5>
      <a:accent6>
        <a:srgbClr val="BA7F96"/>
      </a:accent6>
      <a:hlink>
        <a:srgbClr val="9A7E5D"/>
      </a:hlink>
      <a:folHlink>
        <a:srgbClr val="7F7F7F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672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SavonVTI</vt:lpstr>
      <vt:lpstr>Source of information</vt:lpstr>
      <vt:lpstr>MCQ - 1</vt:lpstr>
      <vt:lpstr>MCQ - 2</vt:lpstr>
      <vt:lpstr>MCQ - 3</vt:lpstr>
      <vt:lpstr>MCQ - 4</vt:lpstr>
      <vt:lpstr>MCQ - 5</vt:lpstr>
      <vt:lpstr>Minimum information required by public health specialist</vt:lpstr>
      <vt:lpstr>Sources - Census</vt:lpstr>
      <vt:lpstr>Sample surveys</vt:lpstr>
      <vt:lpstr>Vital statistics and Civil registration system</vt:lpstr>
      <vt:lpstr>Disease notification and registration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</dc:title>
  <dc:creator>mukul maheshwari</dc:creator>
  <cp:lastModifiedBy>mukul maheshwari</cp:lastModifiedBy>
  <cp:revision>11</cp:revision>
  <dcterms:created xsi:type="dcterms:W3CDTF">2023-04-19T11:15:54Z</dcterms:created>
  <dcterms:modified xsi:type="dcterms:W3CDTF">2023-09-05T05:28:22Z</dcterms:modified>
</cp:coreProperties>
</file>